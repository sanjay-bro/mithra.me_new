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51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943600" cy="5943600"/>
          </a:xfrm>
          <a:prstGeom prst="ellipse">
            <a:avLst/>
          </a:prstGeom>
          <a:solidFill>
            <a:srgbClr val="274E68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365760"/>
            <a:ext cx="3657600" cy="3657600"/>
          </a:xfrm>
          <a:prstGeom prst="ellipse">
            <a:avLst/>
          </a:prstGeom>
          <a:solidFill>
            <a:srgbClr val="2A9D8F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1371600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051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DRONE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347472" y="1828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kern="0" spc="800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347472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Your Brand.  Literally.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7472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Sky-high visibility  •  150 sq ft projection screen  •  3+ daily shows  •  15–20 min per show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62D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681728"/>
            <a:ext cx="960120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727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DRONE MARKETING?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206240" cy="3749040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206240" cy="7315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1024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🚁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234440" y="1051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New Era of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Outdoor Advertising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187452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Marketing uses advanced unmanned aerial vehicles equipped with LED display screens, projection systems, or banner payloads to broadcast brand messages at public events, open spaces, and high-footfall locations.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delivers a breathtaking, sky-high brand experience that no billboard or hoarding can replicate.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0" y="914400"/>
            <a:ext cx="3794760" cy="1115568"/>
          </a:xfrm>
          <a:prstGeom prst="rect">
            <a:avLst/>
          </a:prstGeom>
          <a:solidFill>
            <a:srgbClr val="D1F2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029200" y="914400"/>
            <a:ext cx="91440" cy="111556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16636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📺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806440" y="1005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~150 Sq Ft Screen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806440" y="143560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airborne display visible from hundreds of metres away.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0" y="2176272"/>
            <a:ext cx="3794760" cy="1115568"/>
          </a:xfrm>
          <a:prstGeom prst="rect">
            <a:avLst/>
          </a:prstGeom>
          <a:solidFill>
            <a:srgbClr val="D1F2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029200" y="2176272"/>
            <a:ext cx="91440" cy="111556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166360" y="22677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806440" y="22677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15–20 Min Per Show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806440" y="26974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show runs 15 to 20 minutes — long enough to captivate and convert.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0" y="3438144"/>
            <a:ext cx="3794760" cy="1115568"/>
          </a:xfrm>
          <a:prstGeom prst="rect">
            <a:avLst/>
          </a:prstGeom>
          <a:solidFill>
            <a:srgbClr val="D1F2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5029200" y="3438144"/>
            <a:ext cx="91440" cy="111556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166360" y="35295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806440" y="35295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 Shows Daily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806440" y="39593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three shows per day — repeated exposure drives recall and action.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SCREEN &amp; SHOW SPECIFICATIONS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1993392" cy="1371600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1993392" cy="640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74320" y="996696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74320" y="14904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Feet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Size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50592" y="868680"/>
            <a:ext cx="1993392" cy="1371600"/>
          </a:xfrm>
          <a:prstGeom prst="rect">
            <a:avLst/>
          </a:prstGeom>
          <a:solidFill>
            <a:srgbClr val="FEF9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450592" y="868680"/>
            <a:ext cx="1993392" cy="640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450592" y="996696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15–20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450592" y="14904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Show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26864" y="868680"/>
            <a:ext cx="1993392" cy="1371600"/>
          </a:xfrm>
          <a:prstGeom prst="rect">
            <a:avLst/>
          </a:prstGeom>
          <a:solidFill>
            <a:srgbClr val="D1F2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626864" y="868680"/>
            <a:ext cx="1993392" cy="6400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626864" y="996696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626864" y="14904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(min.)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03136" y="868680"/>
            <a:ext cx="1993392" cy="137160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803136" y="868680"/>
            <a:ext cx="1993392" cy="640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803136" y="996696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500m+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803136" y="14904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2423160"/>
            <a:ext cx="4206240" cy="1170432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74320" y="2423160"/>
            <a:ext cx="91440" cy="11704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" y="2532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54143" y="2593635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 Area: ~150 Sq Ft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36592" y="2427626"/>
            <a:ext cx="4206240" cy="1170432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4"/>
          <p:cNvSpPr/>
          <p:nvPr/>
        </p:nvSpPr>
        <p:spPr>
          <a:xfrm>
            <a:off x="4736592" y="2423160"/>
            <a:ext cx="91440" cy="11704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919472" y="2532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351863" y="2578089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Duration: 15–20 Minutes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274320" y="3721608"/>
            <a:ext cx="4206240" cy="1170432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274320" y="3721608"/>
            <a:ext cx="91440" cy="11704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7200" y="38313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854143" y="3891447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 3 Shows Per Day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736592" y="3728483"/>
            <a:ext cx="4206240" cy="1170432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4736592" y="3721608"/>
            <a:ext cx="91440" cy="11704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4919472" y="38313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🌆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5266944" y="38679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 Timing: Evening &amp; Night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919472" y="4690872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</a:t>
            </a:r>
            <a:endParaRPr lang="en-US" sz="9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807ACD-8FDB-DD9E-2A3B-29FC795C53CD}"/>
              </a:ext>
            </a:extLst>
          </p:cNvPr>
          <p:cNvSpPr txBox="1"/>
          <p:nvPr/>
        </p:nvSpPr>
        <p:spPr>
          <a:xfrm>
            <a:off x="365760" y="3005917"/>
            <a:ext cx="388088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airborne screen measuring approximately 150 sq ft ensures your brand message is seen from every angle across the venue.</a:t>
            </a:r>
            <a:endParaRPr lang="en-US" sz="1050" dirty="0"/>
          </a:p>
          <a:p>
            <a:endParaRPr lang="en-IN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AD066F-61CA-C4BC-60E1-ED3B03C0D4E6}"/>
              </a:ext>
            </a:extLst>
          </p:cNvPr>
          <p:cNvSpPr txBox="1"/>
          <p:nvPr/>
        </p:nvSpPr>
        <p:spPr>
          <a:xfrm>
            <a:off x="4897358" y="2969736"/>
            <a:ext cx="37354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drone show is carefully choreographed and runs for 15 to 20 minutes — giving enough time for storytelling, logo display, and product messaging.</a:t>
            </a:r>
            <a:endParaRPr lang="en-US" sz="1050" dirty="0"/>
          </a:p>
          <a:p>
            <a:endParaRPr lang="en-IN" sz="10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6EDEDD-B971-A441-33CC-B0C4580A1435}"/>
              </a:ext>
            </a:extLst>
          </p:cNvPr>
          <p:cNvSpPr txBox="1"/>
          <p:nvPr/>
        </p:nvSpPr>
        <p:spPr>
          <a:xfrm>
            <a:off x="4919472" y="4245936"/>
            <a:ext cx="38770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screens are most impactful after dusk when the screen luminosity stands out against the sky, creating a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mesmerising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visual spectacle.</a:t>
            </a:r>
            <a:endParaRPr lang="en-US" sz="1050" dirty="0"/>
          </a:p>
          <a:p>
            <a:endParaRPr lang="en-IN" sz="10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B7DC02-0444-D25B-102E-F21D2357F2F3}"/>
              </a:ext>
            </a:extLst>
          </p:cNvPr>
          <p:cNvSpPr txBox="1"/>
          <p:nvPr/>
        </p:nvSpPr>
        <p:spPr>
          <a:xfrm>
            <a:off x="538716" y="4274294"/>
            <a:ext cx="37079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at least three daily shows, your audience sees your brand multiple times, boosting recall rates and reinforcing the advertising message effectively.</a:t>
            </a:r>
            <a:endParaRPr lang="en-US" sz="1050" dirty="0"/>
          </a:p>
          <a:p>
            <a:endParaRPr lang="en-IN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DRONE MARKETING?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your brand deserves to be seen from the sky.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56032" y="1261872"/>
            <a:ext cx="2798064" cy="1664208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1261872"/>
            <a:ext cx="91440" cy="16642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38912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38912" y="18562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Unmatched Visibility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2231136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150 sq ft aerial screen draws every eye in the crowd. It is impossible to ignore and impossible to scroll past.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7832" y="1261872"/>
            <a:ext cx="2798064" cy="1664208"/>
          </a:xfrm>
          <a:prstGeom prst="rect">
            <a:avLst/>
          </a:prstGeom>
          <a:solidFill>
            <a:srgbClr val="FEF9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27832" y="1261872"/>
            <a:ext cx="91440" cy="16642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410712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410712" y="18562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Pinpoint Targeting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10712" y="2231136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exactly where your audience gathers — concerts, malls, sports events, beaches, residential zones.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99632" y="1261872"/>
            <a:ext cx="2798064" cy="1664208"/>
          </a:xfrm>
          <a:prstGeom prst="rect">
            <a:avLst/>
          </a:prstGeom>
          <a:solidFill>
            <a:srgbClr val="D1F2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199632" y="1261872"/>
            <a:ext cx="91440" cy="166420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382512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82512" y="18562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Recall &amp; Impact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82512" y="2231136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visuals create strong emotional memories. Brands shown via drone display record 3× higher recall than hoardings.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56032" y="3072384"/>
            <a:ext cx="2798064" cy="1664208"/>
          </a:xfrm>
          <a:prstGeom prst="rect">
            <a:avLst/>
          </a:prstGeom>
          <a:solidFill>
            <a:srgbClr val="FEF0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56032" y="3072384"/>
            <a:ext cx="91440" cy="16642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38912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38912" y="36667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Magnet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38912" y="4041648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Spectacular drone shows are filmed and shared on social media organically — extending your reach far beyond the event.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27832" y="3072384"/>
            <a:ext cx="2798064" cy="1664208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3227832" y="3072384"/>
            <a:ext cx="91440" cy="16642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410712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410712" y="36667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Eco-Friendly Medium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410712" y="4041648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drones produce zero emissions during operation, making drone marketing one of the most sustainable OOH formats.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99632" y="3072384"/>
            <a:ext cx="2798064" cy="1664208"/>
          </a:xfrm>
          <a:prstGeom prst="rect">
            <a:avLst/>
          </a:prstGeom>
          <a:solidFill>
            <a:srgbClr val="FEF9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6199632" y="3072384"/>
            <a:ext cx="91440" cy="16642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382512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382512" y="36667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Brand Image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382512" y="4041648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seen in the sky signals prestige. Drone marketing positions your brand as innovative, forward-thinking, and bold.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ADVANTAGES OF DRONE MARKETING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868680"/>
            <a:ext cx="4206240" cy="1325880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20624" y="1033272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20624" y="1033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3272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360° Audience Reach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3272" y="14356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display is visible from every direction simultaneously — front, sides, even from buildings — covering the entire event footprint.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18304" y="868680"/>
            <a:ext cx="4206240" cy="1325880"/>
          </a:xfrm>
          <a:prstGeom prst="rect">
            <a:avLst/>
          </a:prstGeom>
          <a:solidFill>
            <a:srgbClr val="D1F2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82896" y="1033272"/>
            <a:ext cx="475488" cy="475488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882896" y="1033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95544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Content Display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95544" y="14356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product visuals, brand logos, countdown timers, festive animations, and live offers — all updated in real time during the show.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" y="2258568"/>
            <a:ext cx="4206240" cy="1325880"/>
          </a:xfrm>
          <a:prstGeom prst="rect">
            <a:avLst/>
          </a:prstGeom>
          <a:solidFill>
            <a:srgbClr val="FEF9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20624" y="2423160"/>
            <a:ext cx="475488" cy="475488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20624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33272" y="24140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&amp; Venue Versatility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3272" y="282549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IPL viewing zones, festivals, mall launches, residential events, product launches, and corporate gatherings.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18304" y="2258568"/>
            <a:ext cx="4206240" cy="1325880"/>
          </a:xfrm>
          <a:prstGeom prst="rect">
            <a:avLst/>
          </a:prstGeom>
          <a:solidFill>
            <a:srgbClr val="F4E1D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882896" y="2423160"/>
            <a:ext cx="475488" cy="475488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882896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95544" y="24140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 Engagement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95544" y="282549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shows create a shared wow moment — audiences stop, look up, and engage together, creating a memorable brand-linked experience.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6032" y="3648456"/>
            <a:ext cx="4206240" cy="1325880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20624" y="381304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20624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33272" y="38039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Competitive Clutter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33272" y="421538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is yours alone. Unlike ground hoardings or digital screens, drone displays face zero competition at any event.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18304" y="3648456"/>
            <a:ext cx="4206240" cy="1325880"/>
          </a:xfrm>
          <a:prstGeom prst="rect">
            <a:avLst/>
          </a:prstGeom>
          <a:solidFill>
            <a:srgbClr val="D1F2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882896" y="3813048"/>
            <a:ext cx="475488" cy="475488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882896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495544" y="38039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&amp; Trackable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95544" y="421538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GPS-logged flight paths, audience footfall data, and social media monitoring combine to give precise campaign performance metrics.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DRONE vs TRADITIONAL ADVERTISING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2286000" cy="475488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74320" y="8046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606040" y="804672"/>
            <a:ext cx="2377440" cy="47548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606040" y="804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🚁 Drone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0" y="804672"/>
            <a:ext cx="2377440" cy="475488"/>
          </a:xfrm>
          <a:prstGeom prst="rect">
            <a:avLst/>
          </a:prstGeom>
          <a:solidFill>
            <a:srgbClr val="5D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029200" y="804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Hoarding / OOH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52360" y="804672"/>
            <a:ext cx="1920240" cy="475488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452360" y="804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📺 TV / Digital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74320" y="1316736"/>
            <a:ext cx="2286000" cy="49377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47472" y="1316736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Reach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06040" y="1316736"/>
            <a:ext cx="2377440" cy="49377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679192" y="131673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radius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0" y="1316736"/>
            <a:ext cx="2377440" cy="49377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102352" y="131673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location only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52360" y="1316736"/>
            <a:ext cx="1920240" cy="49377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525512" y="13167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but passive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1828800"/>
            <a:ext cx="228600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47472" y="182880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Size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606040" y="1828800"/>
            <a:ext cx="237744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679192" y="182880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Sq Ft aerial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0" y="1828800"/>
            <a:ext cx="237744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102352" y="182880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 size only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452360" y="1828800"/>
            <a:ext cx="192024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525512" y="18288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screen only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74320" y="2340864"/>
            <a:ext cx="2286000" cy="493776"/>
          </a:xfrm>
          <a:prstGeom prst="rect">
            <a:avLst/>
          </a:prstGeom>
          <a:solidFill>
            <a:srgbClr val="D1F2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47472" y="234086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Level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606040" y="2340864"/>
            <a:ext cx="2377440" cy="493776"/>
          </a:xfrm>
          <a:prstGeom prst="rect">
            <a:avLst/>
          </a:prstGeom>
          <a:solidFill>
            <a:srgbClr val="D1F2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679192" y="234086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(live wow)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029200" y="2340864"/>
            <a:ext cx="2377440" cy="493776"/>
          </a:xfrm>
          <a:prstGeom prst="rect">
            <a:avLst/>
          </a:prstGeom>
          <a:solidFill>
            <a:srgbClr val="D1F2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5102352" y="234086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452360" y="2340864"/>
            <a:ext cx="1920240" cy="493776"/>
          </a:xfrm>
          <a:prstGeom prst="rect">
            <a:avLst/>
          </a:prstGeom>
          <a:solidFill>
            <a:srgbClr val="D1F2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525512" y="234086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(skip-prone)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274320" y="2852928"/>
            <a:ext cx="228600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47472" y="28529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Impact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2606040" y="2852928"/>
            <a:ext cx="237744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679192" y="285292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emissions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029200" y="2852928"/>
            <a:ext cx="237744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102352" y="285292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 / material waste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452360" y="2852928"/>
            <a:ext cx="192024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7525512" y="285292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intensive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274320" y="3364992"/>
            <a:ext cx="2286000" cy="493776"/>
          </a:xfrm>
          <a:prstGeom prst="rect">
            <a:avLst/>
          </a:prstGeom>
          <a:solidFill>
            <a:srgbClr val="FEF9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347472" y="336499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Recall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2606040" y="3364992"/>
            <a:ext cx="2377440" cy="493776"/>
          </a:xfrm>
          <a:prstGeom prst="rect">
            <a:avLst/>
          </a:prstGeom>
          <a:solidFill>
            <a:srgbClr val="FEF9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2679192" y="336499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higher (aerial)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029200" y="3364992"/>
            <a:ext cx="2377440" cy="493776"/>
          </a:xfrm>
          <a:prstGeom prst="rect">
            <a:avLst/>
          </a:prstGeom>
          <a:solidFill>
            <a:srgbClr val="FEF9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5102352" y="336499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452360" y="3364992"/>
            <a:ext cx="1920240" cy="493776"/>
          </a:xfrm>
          <a:prstGeom prst="rect">
            <a:avLst/>
          </a:prstGeom>
          <a:solidFill>
            <a:srgbClr val="FEF9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7525512" y="33649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widely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274320" y="3877056"/>
            <a:ext cx="228600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347472" y="3877056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2606040" y="3877056"/>
            <a:ext cx="237744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2679192" y="387705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sky space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5029200" y="3877056"/>
            <a:ext cx="237744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5102352" y="387705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 landscape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7452360" y="3877056"/>
            <a:ext cx="1920240" cy="4937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7525512" y="38770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fatigue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274320" y="4389120"/>
            <a:ext cx="2286000" cy="49377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347472" y="438912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Exposure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2606040" y="4389120"/>
            <a:ext cx="2377440" cy="49377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2679192" y="438912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shows / day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5029200" y="4389120"/>
            <a:ext cx="2377440" cy="49377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/>
          <p:nvPr/>
        </p:nvSpPr>
        <p:spPr>
          <a:xfrm>
            <a:off x="5102352" y="438912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static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7452360" y="4389120"/>
            <a:ext cx="1920240" cy="49377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5"/>
          <p:cNvSpPr/>
          <p:nvPr/>
        </p:nvSpPr>
        <p:spPr>
          <a:xfrm>
            <a:off x="7525512" y="43891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buying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 USE CASES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56032" y="841248"/>
            <a:ext cx="2798064" cy="1901952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56032" y="841248"/>
            <a:ext cx="91440" cy="190195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38912" y="9509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🏟️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8912" y="14356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 &amp; IPL Events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81051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your logo above the crowd during cricket, football, and sports events. Captivate tens of thousands at once.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7832" y="841248"/>
            <a:ext cx="2798064" cy="1901952"/>
          </a:xfrm>
          <a:prstGeom prst="rect">
            <a:avLst/>
          </a:prstGeom>
          <a:solidFill>
            <a:srgbClr val="D1F2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27832" y="841248"/>
            <a:ext cx="91440" cy="19019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410712" y="9509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🎪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10712" y="14356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Festivals &amp; Fairs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10712" y="181051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Diwali, New Year, trade fairs — drone shows add festive grandeur while putting your brand centre-stage in the sky.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99632" y="841248"/>
            <a:ext cx="2798064" cy="1901952"/>
          </a:xfrm>
          <a:prstGeom prst="rect">
            <a:avLst/>
          </a:prstGeom>
          <a:solidFill>
            <a:srgbClr val="FEF9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199632" y="841248"/>
            <a:ext cx="91440" cy="1901952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382512" y="9509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382512" y="14356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Mall &amp; Retail Launches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82512" y="181051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massive footfall to grand openings and sale events with a sky spectacle visible from surrounding streets and towers.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6032" y="2898648"/>
            <a:ext cx="2798064" cy="1901952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56032" y="2898648"/>
            <a:ext cx="91440" cy="190195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38912" y="3008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38912" y="34930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Residential Activations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" y="386791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entire residential zones and apartment clusters with evening drone shows — high recall in a trusted neighbourhood setting.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27832" y="2898648"/>
            <a:ext cx="2798064" cy="1901952"/>
          </a:xfrm>
          <a:prstGeom prst="rect">
            <a:avLst/>
          </a:prstGeom>
          <a:solidFill>
            <a:srgbClr val="D1F2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3227832" y="2898648"/>
            <a:ext cx="91440" cy="19019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410712" y="3008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410712" y="34930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 &amp; Institution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410712" y="386791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Colleges, university fests and campus events make ideal drone advertising grounds with a young, engaged audience.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99632" y="2898648"/>
            <a:ext cx="2798064" cy="1901952"/>
          </a:xfrm>
          <a:prstGeom prst="rect">
            <a:avLst/>
          </a:prstGeom>
          <a:solidFill>
            <a:srgbClr val="FEF9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6199632" y="2898648"/>
            <a:ext cx="91440" cy="1901952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382512" y="3008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382512" y="34930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Airport &amp; Expo Zones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382512" y="386791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business travellers and premium audiences near airports, convention centres and international exhibitions.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THE PROCESS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1572768" cy="3840480"/>
          </a:xfrm>
          <a:prstGeom prst="rect">
            <a:avLst/>
          </a:prstGeom>
          <a:solidFill>
            <a:srgbClr val="D6EA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1572768" cy="7315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04672" y="987552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04672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1627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 &amp; Campaign Planning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2377440"/>
            <a:ext cx="1417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brand goals, target audience, event details and creative assets. Our team maps the show concept.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47088" y="2542032"/>
            <a:ext cx="146304" cy="1097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993392" y="868680"/>
            <a:ext cx="1572768" cy="3840480"/>
          </a:xfrm>
          <a:prstGeom prst="rect">
            <a:avLst/>
          </a:prstGeom>
          <a:solidFill>
            <a:srgbClr val="D1F2E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993392" y="868680"/>
            <a:ext cx="1572768" cy="731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523744" y="987552"/>
            <a:ext cx="512064" cy="512064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523744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084832" y="1627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Design &amp; Approval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084832" y="2377440"/>
            <a:ext cx="1417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display content — logos, animations, product visuals — for your review and approval before the show.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566160" y="2542032"/>
            <a:ext cx="146304" cy="1097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712464" y="868680"/>
            <a:ext cx="1572768" cy="3840480"/>
          </a:xfrm>
          <a:prstGeom prst="rect">
            <a:avLst/>
          </a:prstGeom>
          <a:solidFill>
            <a:srgbClr val="FEF9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712464" y="868680"/>
            <a:ext cx="1572768" cy="73152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242816" y="987552"/>
            <a:ext cx="512064" cy="512064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242816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803904" y="1627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 Recce &amp; DGCA Clearance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803904" y="2377440"/>
            <a:ext cx="1417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 and all required drone permissions are obtained. Safety is our top priority for every flight.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285232" y="2542032"/>
            <a:ext cx="146304" cy="1097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5431536" y="868680"/>
            <a:ext cx="1572768" cy="384048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431536" y="868680"/>
            <a:ext cx="1572768" cy="731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5961888" y="987552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961888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522976" y="1627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Execution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522976" y="2377440"/>
            <a:ext cx="1417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trained pilots fly the drone show at your event — minimum 3 shows per day, 15–20 minutes each.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004304" y="2542032"/>
            <a:ext cx="146304" cy="1097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7150608" y="868680"/>
            <a:ext cx="1572768" cy="3840480"/>
          </a:xfrm>
          <a:prstGeom prst="rect">
            <a:avLst/>
          </a:prstGeom>
          <a:solidFill>
            <a:srgbClr val="E8F8F5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7150608" y="868680"/>
            <a:ext cx="1572768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7680960" y="987552"/>
            <a:ext cx="512064" cy="512064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680960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242048" y="1627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Post-Show Report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7242048" y="2377440"/>
            <a:ext cx="1417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detailed report with show footage, audience reach estimates and social media performance data.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274E68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731520"/>
            <a:ext cx="3200400" cy="3200400"/>
          </a:xfrm>
          <a:prstGeom prst="ellipse">
            <a:avLst/>
          </a:prstGeom>
          <a:solidFill>
            <a:srgbClr val="2A9D8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64592"/>
            <a:ext cx="1280160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0058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Take Your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47472" y="16002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TO THE SKY?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47472" y="24231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Mithrah.Me craft a drone marketing campaign that lights up the sky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puts your brand at the very top of every conversation.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" y="3246120"/>
            <a:ext cx="5943600" cy="1600200"/>
          </a:xfrm>
          <a:prstGeom prst="rect">
            <a:avLst/>
          </a:prstGeom>
          <a:solidFill>
            <a:srgbClr val="162D4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7472" y="3246120"/>
            <a:ext cx="5943600" cy="7315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8640" y="34015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+91 87 9245 9245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520440" y="34015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mithrah.me@gmail.com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39959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www.mithrah.me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520440" y="39959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94, 4th Main Chandra Layout, Bangalore 560086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162D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Services &amp; Media Solutions  •  Drone Marketing  •  Transit Media  •  WhatsApp  •  OBD  •  SMS  •  PVR/INOX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1221</Words>
  <Application>Microsoft Office PowerPoint</Application>
  <PresentationFormat>On-screen Show (16:9)</PresentationFormat>
  <Paragraphs>178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 Marketing – Mithrah.Me</dc:title>
  <dc:subject>PptxGenJS Presentation</dc:subject>
  <dc:creator>PptxGenJS</dc:creator>
  <cp:lastModifiedBy>mysore ads</cp:lastModifiedBy>
  <cp:revision>2</cp:revision>
  <dcterms:created xsi:type="dcterms:W3CDTF">2026-03-07T11:40:38Z</dcterms:created>
  <dcterms:modified xsi:type="dcterms:W3CDTF">2026-03-07T12:10:14Z</dcterms:modified>
</cp:coreProperties>
</file>