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4091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463040"/>
            <a:ext cx="6400800" cy="6400800"/>
          </a:xfrm>
          <a:prstGeom prst="ellipse">
            <a:avLst/>
          </a:prstGeom>
          <a:solidFill>
            <a:srgbClr val="2A3D2A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583680" y="365760"/>
            <a:ext cx="3657600" cy="3657600"/>
          </a:xfrm>
          <a:prstGeom prst="ellipse">
            <a:avLst/>
          </a:prstGeom>
          <a:solidFill>
            <a:srgbClr val="C0614A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852160" y="2194560"/>
            <a:ext cx="2011680" cy="2011680"/>
          </a:xfrm>
          <a:prstGeom prst="ellipse">
            <a:avLst/>
          </a:prstGeom>
          <a:solidFill>
            <a:srgbClr val="E8A838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120640" y="2926080"/>
            <a:ext cx="1280160" cy="1280160"/>
          </a:xfrm>
          <a:prstGeom prst="ellipse">
            <a:avLst/>
          </a:prstGeom>
          <a:solidFill>
            <a:srgbClr val="5B8C5A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01168"/>
            <a:ext cx="1371600" cy="6766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2336" y="1078992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WALL</a:t>
            </a:r>
            <a:endParaRPr lang="en-US" sz="5500" dirty="0"/>
          </a:p>
        </p:txBody>
      </p:sp>
      <p:sp>
        <p:nvSpPr>
          <p:cNvPr id="9" name="Text 6"/>
          <p:cNvSpPr/>
          <p:nvPr/>
        </p:nvSpPr>
        <p:spPr>
          <a:xfrm>
            <a:off x="402336" y="1865376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0" b="1" kern="0" spc="800" dirty="0">
                <a:solidFill>
                  <a:srgbClr val="C06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PRINTING</a:t>
            </a:r>
            <a:endParaRPr lang="en-US" sz="5500" dirty="0"/>
          </a:p>
        </p:txBody>
      </p:sp>
      <p:sp>
        <p:nvSpPr>
          <p:cNvPr id="10" name="Text 7"/>
          <p:cNvSpPr/>
          <p:nvPr/>
        </p:nvSpPr>
        <p:spPr>
          <a:xfrm>
            <a:off x="402336" y="279806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Wall a Brand Statement — Bold, Beautiful &amp; Long-Lasting.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02336" y="32918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Size: 6×4 ft  •  High-Resolution Outdoor Print  •  Weather-Resistant  •  Pan-India Reach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41E1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4681728"/>
            <a:ext cx="950976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26464" y="472744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2A3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DIGITAL WALL PRINTING?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92608" y="859536"/>
            <a:ext cx="4315968" cy="3840480"/>
          </a:xfrm>
          <a:prstGeom prst="rect">
            <a:avLst/>
          </a:prstGeom>
          <a:solidFill>
            <a:srgbClr val="FAE8E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92608" y="859536"/>
            <a:ext cx="4315968" cy="82296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38912" y="9784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🎨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188720" y="100584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Brand,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Painted on the World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1920240"/>
            <a:ext cx="40050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 Printing is a powerful form of Out-of-Home (OOH) advertising where high-resolution brand visuals are printed directly onto exterior walls, compound walls, building facades, shop shutters, and boundary surfaces using weather-resistant UV or solvent-based inks.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ideal print size of 6×4 feet delivers a bold, eye-catching display that is clearly visible from the street — creating a permanent or semi-permanent brand presence right in the heart of your target neighbourhood.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28032" y="859536"/>
            <a:ext cx="4005072" cy="1170432"/>
          </a:xfrm>
          <a:prstGeom prst="rect">
            <a:avLst/>
          </a:prstGeom>
          <a:solidFill>
            <a:srgbClr val="E8F2E8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828032" y="859536"/>
            <a:ext cx="91440" cy="1170432"/>
          </a:xfrm>
          <a:prstGeom prst="rect">
            <a:avLst/>
          </a:prstGeom>
          <a:solidFill>
            <a:srgbClr val="5B8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974336" y="9509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559552" y="95097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Ideal Size: 6×4 Feet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59552" y="1389888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6×4 ft print (24 sq ft) strikes the perfect balance — large enough to command attention, compact enough to fit on any wall or surface.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28032" y="2157984"/>
            <a:ext cx="4005072" cy="1170432"/>
          </a:xfrm>
          <a:prstGeom prst="rect">
            <a:avLst/>
          </a:prstGeom>
          <a:solidFill>
            <a:srgbClr val="E8F2E8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828032" y="2157984"/>
            <a:ext cx="91440" cy="1170432"/>
          </a:xfrm>
          <a:prstGeom prst="rect">
            <a:avLst/>
          </a:prstGeom>
          <a:solidFill>
            <a:srgbClr val="5B8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974336" y="2249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🌦️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559552" y="224942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Weather-Resistant Print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59552" y="268833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UV-cured and solvent-based inks are tested to withstand rain, heat, and dust — maintaining vibrant colour for months or years outdoors.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28032" y="3456432"/>
            <a:ext cx="4005072" cy="1170432"/>
          </a:xfrm>
          <a:prstGeom prst="rect">
            <a:avLst/>
          </a:prstGeom>
          <a:solidFill>
            <a:srgbClr val="E8F2E8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828032" y="3456432"/>
            <a:ext cx="91440" cy="1170432"/>
          </a:xfrm>
          <a:prstGeom prst="rect">
            <a:avLst/>
          </a:prstGeom>
          <a:solidFill>
            <a:srgbClr val="5B8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974336" y="3547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559552" y="35478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Permanent Brand Presence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559552" y="3986784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fleeting digital ads, a wall print stays visible 24/7, 365 days a year — building steady awareness with every passerby.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E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IDEAL PRINT SIZE — 6×4 FEET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877824"/>
            <a:ext cx="4133088" cy="3822192"/>
          </a:xfrm>
          <a:prstGeom prst="rect">
            <a:avLst/>
          </a:prstGeom>
          <a:solidFill>
            <a:srgbClr val="F0EBE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4320" y="877824"/>
            <a:ext cx="4133088" cy="73152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48640" y="1078992"/>
            <a:ext cx="3584448" cy="2542032"/>
          </a:xfrm>
          <a:prstGeom prst="rect">
            <a:avLst/>
          </a:prstGeom>
          <a:solidFill>
            <a:srgbClr val="C0614A">
              <a:alpha val="90000"/>
            </a:srgbClr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48640" y="3712464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6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← 6 feet →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06240" y="1078992"/>
            <a:ext cx="27432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6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06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ft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06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1316736"/>
            <a:ext cx="3401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0080" y="1847088"/>
            <a:ext cx="3401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300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HERE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0080" y="245059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· Weather-Resistant · 24/7 Visible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" y="4059936"/>
            <a:ext cx="3584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24 Sq Ft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Brand Power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81728" y="932688"/>
            <a:ext cx="4169664" cy="566928"/>
          </a:xfrm>
          <a:prstGeom prst="rect">
            <a:avLst/>
          </a:prstGeom>
          <a:solidFill>
            <a:srgbClr val="FAE8E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681728" y="932688"/>
            <a:ext cx="73152" cy="566928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809744" y="97840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303520" y="9875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6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 Dimensions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303520" y="122529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feet (W) × 4 feet (H) — ideal standard size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81728" y="1572768"/>
            <a:ext cx="4169664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681728" y="1572768"/>
            <a:ext cx="73152" cy="566928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809744" y="161848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303520" y="1627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6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Area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303520" y="186537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square feet of vibrant brand display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681728" y="2212848"/>
            <a:ext cx="4169664" cy="566928"/>
          </a:xfrm>
          <a:prstGeom prst="rect">
            <a:avLst/>
          </a:prstGeom>
          <a:solidFill>
            <a:srgbClr val="FAE8E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4681728" y="2212848"/>
            <a:ext cx="73152" cy="566928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809744" y="225856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303520" y="22677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6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03520" y="250545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 720–1440 DPI outdoor print quality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681728" y="2852928"/>
            <a:ext cx="4169664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4681728" y="2852928"/>
            <a:ext cx="73152" cy="566928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809744" y="289864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5303520" y="29077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6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Ink Technology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303520" y="314553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UV-cured / solvent-based weather-proof inks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681728" y="3493008"/>
            <a:ext cx="4169664" cy="566928"/>
          </a:xfrm>
          <a:prstGeom prst="rect">
            <a:avLst/>
          </a:prstGeom>
          <a:solidFill>
            <a:srgbClr val="FAE8E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4681728" y="3493008"/>
            <a:ext cx="73152" cy="566928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4809744" y="353872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🌦️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5303520" y="35478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6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Durability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303520" y="378561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years outdoor lifespan in all weather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681728" y="4133088"/>
            <a:ext cx="4169664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4681728" y="4133088"/>
            <a:ext cx="73152" cy="566928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4809744" y="417880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🧱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5303520" y="4187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6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Surfaces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303520" y="442569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 walls, plastered walls, shop shutters, compound walls, metal sheets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E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2A3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SPECIFICATIONS AT A GLANCE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877824"/>
            <a:ext cx="1993392" cy="1426464"/>
          </a:xfrm>
          <a:prstGeom prst="rect">
            <a:avLst/>
          </a:prstGeom>
          <a:solidFill>
            <a:srgbClr val="FAE8E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4320" y="877824"/>
            <a:ext cx="1993392" cy="73152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274320" y="100584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6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6×4 ft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74320" y="155448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Print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450592" y="877824"/>
            <a:ext cx="1993392" cy="1426464"/>
          </a:xfrm>
          <a:prstGeom prst="rect">
            <a:avLst/>
          </a:prstGeom>
          <a:solidFill>
            <a:srgbClr val="E8F2E8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450592" y="877824"/>
            <a:ext cx="1993392" cy="73152"/>
          </a:xfrm>
          <a:prstGeom prst="rect">
            <a:avLst/>
          </a:prstGeom>
          <a:solidFill>
            <a:srgbClr val="5B8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450592" y="100584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8C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 sq ft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450592" y="155448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Print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26864" y="877824"/>
            <a:ext cx="1993392" cy="1426464"/>
          </a:xfrm>
          <a:prstGeom prst="rect">
            <a:avLst/>
          </a:prstGeom>
          <a:solidFill>
            <a:srgbClr val="FEF4E2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626864" y="877824"/>
            <a:ext cx="1993392" cy="7315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626864" y="100584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838"/>
                </a:solidFill>
                <a:latin typeface="Trebuchet MS" pitchFamily="34" charset="0"/>
              </a:rPr>
              <a:t>Long Lasting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626864" y="155448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803136" y="877824"/>
            <a:ext cx="1993392" cy="1426464"/>
          </a:xfrm>
          <a:prstGeom prst="rect">
            <a:avLst/>
          </a:prstGeom>
          <a:solidFill>
            <a:srgbClr val="E2F4F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803136" y="877824"/>
            <a:ext cx="1993392" cy="73152"/>
          </a:xfrm>
          <a:prstGeom prst="rect">
            <a:avLst/>
          </a:prstGeom>
          <a:solidFill>
            <a:srgbClr val="2A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803136" y="100584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 / 7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803136" y="155448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—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Day, Everyday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74320" y="2450592"/>
            <a:ext cx="4206240" cy="1188720"/>
          </a:xfrm>
          <a:prstGeom prst="rect">
            <a:avLst/>
          </a:prstGeom>
          <a:solidFill>
            <a:srgbClr val="FAE8E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274320" y="2450592"/>
            <a:ext cx="91440" cy="1188720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57200" y="25694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🔆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33335" y="2606631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High-Resolution Outdoor Print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3288989"/>
            <a:ext cx="3913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720–1440 DPI print quality ensures every logo, tagline, and colour looks razor-sharp — even when viewed from a distance on the street.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36592" y="2450592"/>
            <a:ext cx="4206240" cy="1188720"/>
          </a:xfrm>
          <a:prstGeom prst="rect">
            <a:avLst/>
          </a:prstGeom>
          <a:solidFill>
            <a:srgbClr val="E8F2E8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4736592" y="2450592"/>
            <a:ext cx="91440" cy="1188720"/>
          </a:xfrm>
          <a:prstGeom prst="rect">
            <a:avLst/>
          </a:prstGeom>
          <a:solidFill>
            <a:srgbClr val="5B8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919472" y="25694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🌧️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5276147" y="2619599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All-Weather Durability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919472" y="3243594"/>
            <a:ext cx="3913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UV-cured and solvent inks resist rain, UV rays, humidity, and dust — maintaining vibrant colour and good finish outdoors.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74320" y="3767328"/>
            <a:ext cx="4206240" cy="1188720"/>
          </a:xfrm>
          <a:prstGeom prst="rect">
            <a:avLst/>
          </a:prstGeom>
          <a:solidFill>
            <a:srgbClr val="FEF4E2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274320" y="3767328"/>
            <a:ext cx="91440" cy="118872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57200" y="3886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🧱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833335" y="3929844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 on Any Surface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57200" y="4521419"/>
            <a:ext cx="3913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on plastered walls, brick surfaces, metal sheets, shop shutters, compound walls, and building facades — no surface is off-limits.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736592" y="3767328"/>
            <a:ext cx="4206240" cy="1188720"/>
          </a:xfrm>
          <a:prstGeom prst="rect">
            <a:avLst/>
          </a:prstGeom>
          <a:solidFill>
            <a:srgbClr val="E2F4F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4736592" y="3767328"/>
            <a:ext cx="91440" cy="1188720"/>
          </a:xfrm>
          <a:prstGeom prst="rect">
            <a:avLst/>
          </a:prstGeom>
          <a:solidFill>
            <a:srgbClr val="2A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4919472" y="3886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5243722" y="3962272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Cost, Long Impact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919472" y="4566815"/>
            <a:ext cx="3913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one-time print investment delivers years of brand exposure — one of the most cost-effective OOH formats with the lowest cost-per-impression.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E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DIGITAL WALL PRINTING?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most powerful billboard is the one your audience walks past every single day.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56032" y="1243584"/>
            <a:ext cx="2798064" cy="1700784"/>
          </a:xfrm>
          <a:prstGeom prst="rect">
            <a:avLst/>
          </a:prstGeom>
          <a:solidFill>
            <a:srgbClr val="FAE8E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1243584"/>
            <a:ext cx="91440" cy="1700784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38912" y="13624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🏘️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38912" y="184708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Neighbourhood-Level Reach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8912" y="2231136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prints placed in targeted localities speak directly to residents — building trust and brand recall in the communities that matter most.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36976" y="1243584"/>
            <a:ext cx="2798064" cy="1700784"/>
          </a:xfrm>
          <a:prstGeom prst="rect">
            <a:avLst/>
          </a:prstGeom>
          <a:solidFill>
            <a:srgbClr val="E8F2E8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236976" y="1243584"/>
            <a:ext cx="91440" cy="1700784"/>
          </a:xfrm>
          <a:prstGeom prst="rect">
            <a:avLst/>
          </a:prstGeom>
          <a:solidFill>
            <a:srgbClr val="5B8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419856" y="13624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👀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419856" y="184708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Unmissable Visibility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19856" y="2231136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bold 6×4 ft print on a wall commands attention every time someone walks, drives, or cycles past — day and night, rain or shine.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1243584"/>
            <a:ext cx="2798064" cy="1700784"/>
          </a:xfrm>
          <a:prstGeom prst="rect">
            <a:avLst/>
          </a:prstGeom>
          <a:solidFill>
            <a:srgbClr val="FEF4E2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217920" y="1243584"/>
            <a:ext cx="91440" cy="170078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400800" y="13624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00800" y="184708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Repeated Daily Exposure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2231136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pass the same walls every day. Unlike digital ads that disappear, a wall print delivers repeated impressions at zero extra cost.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56032" y="3090672"/>
            <a:ext cx="2798064" cy="1700784"/>
          </a:xfrm>
          <a:prstGeom prst="rect">
            <a:avLst/>
          </a:prstGeom>
          <a:solidFill>
            <a:srgbClr val="E2F4F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256032" y="3090672"/>
            <a:ext cx="91440" cy="1700784"/>
          </a:xfrm>
          <a:prstGeom prst="rect">
            <a:avLst/>
          </a:prstGeom>
          <a:solidFill>
            <a:srgbClr val="2A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38912" y="32095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38912" y="369417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Visually Striking Design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38912" y="4078224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graphics, vivid brand colours, and creative visuals make digital wall prints a true piece of street-level brand art.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36976" y="3090672"/>
            <a:ext cx="2798064" cy="1700784"/>
          </a:xfrm>
          <a:prstGeom prst="rect">
            <a:avLst/>
          </a:prstGeom>
          <a:solidFill>
            <a:srgbClr val="FAE8E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3236976" y="3090672"/>
            <a:ext cx="91440" cy="1700784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3419856" y="32095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3419856" y="369417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One-Time Cost, Years of ROI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419856" y="4078224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once, advertise for up to 3 years. The cost-per-impression ratio of a wall print is among the lowest of any advertising medium available.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17920" y="3090672"/>
            <a:ext cx="2798064" cy="1700784"/>
          </a:xfrm>
          <a:prstGeom prst="rect">
            <a:avLst/>
          </a:prstGeom>
          <a:solidFill>
            <a:srgbClr val="E8F2E8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6217920" y="3090672"/>
            <a:ext cx="91440" cy="1700784"/>
          </a:xfrm>
          <a:prstGeom prst="rect">
            <a:avLst/>
          </a:prstGeom>
          <a:solidFill>
            <a:srgbClr val="5B8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400800" y="32095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6400800" y="369417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Location Targeting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400800" y="4078224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prints near schools, hospitals, markets, temples, bus stops, and entry points of target localities for maximum relevant visibility.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E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2A3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ADVANTAGES OF DIGITAL WALL PRINTING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859536"/>
            <a:ext cx="4206240" cy="1325880"/>
          </a:xfrm>
          <a:prstGeom prst="rect">
            <a:avLst/>
          </a:prstGeom>
          <a:solidFill>
            <a:srgbClr val="FAE8E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20624" y="1024128"/>
            <a:ext cx="475488" cy="475488"/>
          </a:xfrm>
          <a:prstGeom prst="ellipse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20624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3272" y="10149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Always-On Brand Presence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3272" y="1426464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wall print works 24 hours a day, 7 days a week — even while your team sleeps, your brand is building recall and awareness on the street.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18304" y="859536"/>
            <a:ext cx="4206240" cy="1325880"/>
          </a:xfrm>
          <a:prstGeom prst="rect">
            <a:avLst/>
          </a:prstGeom>
          <a:solidFill>
            <a:srgbClr val="E8F2E8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882896" y="1024128"/>
            <a:ext cx="475488" cy="475488"/>
          </a:xfrm>
          <a:prstGeom prst="ellipse">
            <a:avLst/>
          </a:prstGeom>
          <a:solidFill>
            <a:srgbClr val="5B8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882896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95544" y="10149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Hyper-Local Community Targeting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95544" y="1426464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walls in specific residential colonies, markets, or catchment zones — your brand becomes a familiar face in the neighbourhood.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56032" y="2304288"/>
            <a:ext cx="4206240" cy="1325880"/>
          </a:xfrm>
          <a:prstGeom prst="rect">
            <a:avLst/>
          </a:prstGeom>
          <a:solidFill>
            <a:srgbClr val="FEF4E2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20624" y="2468880"/>
            <a:ext cx="475488" cy="475488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20624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33272" y="245973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Recurring Cost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3272" y="2871216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digital ads with monthly spends, one print lasts up to 3 years. No renewals, no algorithm — just pure, uninterrupted visibility.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18304" y="2304288"/>
            <a:ext cx="4206240" cy="1325880"/>
          </a:xfrm>
          <a:prstGeom prst="rect">
            <a:avLst/>
          </a:prstGeom>
          <a:solidFill>
            <a:srgbClr val="E2F4F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882896" y="2468880"/>
            <a:ext cx="475488" cy="475488"/>
          </a:xfrm>
          <a:prstGeom prst="ellipse">
            <a:avLst/>
          </a:prstGeom>
          <a:solidFill>
            <a:srgbClr val="2A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882896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495544" y="245973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Visual Impact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95544" y="2871216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colours, large format, and creative designs make every wall print a compelling visual that stops pedestrians and drivers in their tracks.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56032" y="3749040"/>
            <a:ext cx="4206240" cy="1325880"/>
          </a:xfrm>
          <a:prstGeom prst="rect">
            <a:avLst/>
          </a:prstGeom>
          <a:solidFill>
            <a:srgbClr val="FAE8E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20624" y="3913632"/>
            <a:ext cx="475488" cy="475488"/>
          </a:xfrm>
          <a:prstGeom prst="ellipse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20624" y="3913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033272" y="39044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Scalable Across Cities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33272" y="4192753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 walls across multiple localities, zones, or cities simultaneously — scaling your campaign exactly as wide as your brand needs to go.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718304" y="3749040"/>
            <a:ext cx="4206240" cy="1325880"/>
          </a:xfrm>
          <a:prstGeom prst="rect">
            <a:avLst/>
          </a:prstGeom>
          <a:solidFill>
            <a:srgbClr val="E8F2E8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4882896" y="3913632"/>
            <a:ext cx="475488" cy="475488"/>
          </a:xfrm>
          <a:prstGeom prst="ellipse">
            <a:avLst/>
          </a:prstGeom>
          <a:solidFill>
            <a:srgbClr val="5B8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882896" y="3913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5495544" y="39044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Complements Digital Campaigns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495544" y="4186268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wall prints with QR codes and social handles to bridge physical visibility with digital engagement — creating an offline-to-online funnel.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E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WALL PRINTING vs OTHER FORMATS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" y="804672"/>
            <a:ext cx="2176272" cy="475488"/>
          </a:xfrm>
          <a:prstGeom prst="rect">
            <a:avLst/>
          </a:prstGeom>
          <a:solidFill>
            <a:srgbClr val="1E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5720" y="80467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67712" y="804672"/>
            <a:ext cx="1828800" cy="475488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267712" y="8046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 Wall Print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42232" y="804672"/>
            <a:ext cx="1719072" cy="475488"/>
          </a:xfrm>
          <a:prstGeom prst="rect">
            <a:avLst/>
          </a:prstGeom>
          <a:solidFill>
            <a:srgbClr val="6070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142232" y="804672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Hoarding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07024" y="804672"/>
            <a:ext cx="1719072" cy="475488"/>
          </a:xfrm>
          <a:prstGeom prst="rect">
            <a:avLst/>
          </a:prstGeom>
          <a:solidFill>
            <a:srgbClr val="2A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907024" y="804672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Digital Ads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71816" y="804672"/>
            <a:ext cx="1609344" cy="475488"/>
          </a:xfrm>
          <a:prstGeom prst="rect">
            <a:avLst/>
          </a:prstGeom>
          <a:solidFill>
            <a:srgbClr val="7F8C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671816" y="80467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📰 Pamphlet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" y="1316736"/>
            <a:ext cx="2176272" cy="484632"/>
          </a:xfrm>
          <a:prstGeom prst="rect">
            <a:avLst/>
          </a:prstGeom>
          <a:solidFill>
            <a:srgbClr val="FAE8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118872" y="131673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67712" y="1316736"/>
            <a:ext cx="1828800" cy="484632"/>
          </a:xfrm>
          <a:prstGeom prst="rect">
            <a:avLst/>
          </a:prstGeom>
          <a:solidFill>
            <a:srgbClr val="FAE8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2340864" y="131673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6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/ wall level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142232" y="1316736"/>
            <a:ext cx="1719072" cy="484632"/>
          </a:xfrm>
          <a:prstGeom prst="rect">
            <a:avLst/>
          </a:prstGeom>
          <a:solidFill>
            <a:srgbClr val="FAE8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215384" y="131673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/ roadside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07024" y="1316736"/>
            <a:ext cx="1719072" cy="484632"/>
          </a:xfrm>
          <a:prstGeom prst="rect">
            <a:avLst/>
          </a:prstGeom>
          <a:solidFill>
            <a:srgbClr val="FAE8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980176" y="131673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only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671816" y="1316736"/>
            <a:ext cx="1609344" cy="484632"/>
          </a:xfrm>
          <a:prstGeom prst="rect">
            <a:avLst/>
          </a:prstGeom>
          <a:solidFill>
            <a:srgbClr val="FAE8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7744968" y="131673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Hand-to-hand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" y="1819656"/>
            <a:ext cx="21762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118872" y="181965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Size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267712" y="1819656"/>
            <a:ext cx="182880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2340864" y="181965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6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6×4 ft standard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142232" y="1819656"/>
            <a:ext cx="17190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215384" y="181965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format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907024" y="1819656"/>
            <a:ext cx="17190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5980176" y="181965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by platform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671816" y="1819656"/>
            <a:ext cx="1609344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7744968" y="181965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A4/A5 max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720" y="2322576"/>
            <a:ext cx="2176272" cy="484632"/>
          </a:xfrm>
          <a:prstGeom prst="rect">
            <a:avLst/>
          </a:prstGeom>
          <a:solidFill>
            <a:srgbClr val="E8F2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118872" y="232257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Hours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267712" y="2322576"/>
            <a:ext cx="1828800" cy="484632"/>
          </a:xfrm>
          <a:prstGeom prst="rect">
            <a:avLst/>
          </a:prstGeom>
          <a:solidFill>
            <a:srgbClr val="E8F2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2340864" y="232257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6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always visible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142232" y="2322576"/>
            <a:ext cx="1719072" cy="484632"/>
          </a:xfrm>
          <a:prstGeom prst="rect">
            <a:avLst/>
          </a:prstGeom>
          <a:solidFill>
            <a:srgbClr val="E8F2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4215384" y="232257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static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907024" y="2322576"/>
            <a:ext cx="1719072" cy="484632"/>
          </a:xfrm>
          <a:prstGeom prst="rect">
            <a:avLst/>
          </a:prstGeom>
          <a:solidFill>
            <a:srgbClr val="E8F2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5980176" y="232257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ad spend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7671816" y="2322576"/>
            <a:ext cx="1609344" cy="484632"/>
          </a:xfrm>
          <a:prstGeom prst="rect">
            <a:avLst/>
          </a:prstGeom>
          <a:solidFill>
            <a:srgbClr val="E8F2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7744968" y="232257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5720" y="2825496"/>
            <a:ext cx="21762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118872" y="282549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2267712" y="2825496"/>
            <a:ext cx="182880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2340864" y="282549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6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years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142232" y="2825496"/>
            <a:ext cx="17190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4215384" y="282549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years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5907024" y="2825496"/>
            <a:ext cx="17190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5980176" y="282549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cost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7671816" y="2825496"/>
            <a:ext cx="1609344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1"/>
          <p:cNvSpPr/>
          <p:nvPr/>
        </p:nvSpPr>
        <p:spPr>
          <a:xfrm>
            <a:off x="7744968" y="282549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only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45720" y="3328416"/>
            <a:ext cx="2176272" cy="484632"/>
          </a:xfrm>
          <a:prstGeom prst="rect">
            <a:avLst/>
          </a:prstGeom>
          <a:solidFill>
            <a:srgbClr val="FEF4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118872" y="332841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Recall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2267712" y="3328416"/>
            <a:ext cx="1828800" cy="484632"/>
          </a:xfrm>
          <a:prstGeom prst="rect">
            <a:avLst/>
          </a:prstGeom>
          <a:solidFill>
            <a:srgbClr val="FEF4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5"/>
          <p:cNvSpPr/>
          <p:nvPr/>
        </p:nvSpPr>
        <p:spPr>
          <a:xfrm>
            <a:off x="2340864" y="332841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6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(repeated daily)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4142232" y="3328416"/>
            <a:ext cx="1719072" cy="484632"/>
          </a:xfrm>
          <a:prstGeom prst="rect">
            <a:avLst/>
          </a:prstGeom>
          <a:solidFill>
            <a:srgbClr val="FEF4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7"/>
          <p:cNvSpPr/>
          <p:nvPr/>
        </p:nvSpPr>
        <p:spPr>
          <a:xfrm>
            <a:off x="4215384" y="332841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5907024" y="3328416"/>
            <a:ext cx="1719072" cy="484632"/>
          </a:xfrm>
          <a:prstGeom prst="rect">
            <a:avLst/>
          </a:prstGeom>
          <a:solidFill>
            <a:srgbClr val="FEF4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59"/>
          <p:cNvSpPr/>
          <p:nvPr/>
        </p:nvSpPr>
        <p:spPr>
          <a:xfrm>
            <a:off x="5980176" y="332841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(skip-prone)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7671816" y="3328416"/>
            <a:ext cx="1609344" cy="484632"/>
          </a:xfrm>
          <a:prstGeom prst="rect">
            <a:avLst/>
          </a:prstGeom>
          <a:solidFill>
            <a:srgbClr val="FEF4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7744968" y="332841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45720" y="3831336"/>
            <a:ext cx="21762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3"/>
          <p:cNvSpPr/>
          <p:nvPr/>
        </p:nvSpPr>
        <p:spPr>
          <a:xfrm>
            <a:off x="118872" y="383133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2267712" y="3831336"/>
            <a:ext cx="182880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5"/>
          <p:cNvSpPr/>
          <p:nvPr/>
        </p:nvSpPr>
        <p:spPr>
          <a:xfrm>
            <a:off x="2340864" y="383133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6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print cost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142232" y="3831336"/>
            <a:ext cx="17190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4215384" y="383133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monthly rental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5907024" y="3831336"/>
            <a:ext cx="17190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5980176" y="383133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CPM/CPC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7671816" y="3831336"/>
            <a:ext cx="1609344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1"/>
          <p:cNvSpPr/>
          <p:nvPr/>
        </p:nvSpPr>
        <p:spPr>
          <a:xfrm>
            <a:off x="7744968" y="383133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+ deliver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45720" y="4334256"/>
            <a:ext cx="2176272" cy="484632"/>
          </a:xfrm>
          <a:prstGeom prst="rect">
            <a:avLst/>
          </a:prstGeom>
          <a:solidFill>
            <a:srgbClr val="E2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3"/>
          <p:cNvSpPr/>
          <p:nvPr/>
        </p:nvSpPr>
        <p:spPr>
          <a:xfrm>
            <a:off x="118872" y="433425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Trust</a:t>
            </a:r>
            <a:endParaRPr lang="en-US" sz="1000" dirty="0"/>
          </a:p>
        </p:txBody>
      </p:sp>
      <p:sp>
        <p:nvSpPr>
          <p:cNvPr id="77" name="Shape 74"/>
          <p:cNvSpPr/>
          <p:nvPr/>
        </p:nvSpPr>
        <p:spPr>
          <a:xfrm>
            <a:off x="2267712" y="4334256"/>
            <a:ext cx="1828800" cy="484632"/>
          </a:xfrm>
          <a:prstGeom prst="rect">
            <a:avLst/>
          </a:prstGeom>
          <a:solidFill>
            <a:srgbClr val="E2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2340864" y="433425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6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(community wall)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4142232" y="4334256"/>
            <a:ext cx="1719072" cy="484632"/>
          </a:xfrm>
          <a:prstGeom prst="rect">
            <a:avLst/>
          </a:prstGeom>
          <a:solidFill>
            <a:srgbClr val="E2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7"/>
          <p:cNvSpPr/>
          <p:nvPr/>
        </p:nvSpPr>
        <p:spPr>
          <a:xfrm>
            <a:off x="4215384" y="433425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5907024" y="4334256"/>
            <a:ext cx="1719072" cy="484632"/>
          </a:xfrm>
          <a:prstGeom prst="rect">
            <a:avLst/>
          </a:prstGeom>
          <a:solidFill>
            <a:srgbClr val="E2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79"/>
          <p:cNvSpPr/>
          <p:nvPr/>
        </p:nvSpPr>
        <p:spPr>
          <a:xfrm>
            <a:off x="5980176" y="433425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83" name="Shape 80"/>
          <p:cNvSpPr/>
          <p:nvPr/>
        </p:nvSpPr>
        <p:spPr>
          <a:xfrm>
            <a:off x="7671816" y="4334256"/>
            <a:ext cx="1609344" cy="484632"/>
          </a:xfrm>
          <a:prstGeom prst="rect">
            <a:avLst/>
          </a:prstGeom>
          <a:solidFill>
            <a:srgbClr val="E2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1"/>
          <p:cNvSpPr/>
          <p:nvPr/>
        </p:nvSpPr>
        <p:spPr>
          <a:xfrm>
            <a:off x="7744968" y="433425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E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3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2A3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IDEAL USE CASES &amp; SURFACES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841248"/>
            <a:ext cx="2798064" cy="1920240"/>
          </a:xfrm>
          <a:prstGeom prst="rect">
            <a:avLst/>
          </a:prstGeom>
          <a:solidFill>
            <a:srgbClr val="FAE8E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56032" y="841248"/>
            <a:ext cx="91440" cy="1920240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38912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38912" y="144475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Retail &amp; Shop Fronts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1828800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 shop shutters and adjacent walls to attract walk-in customers. A vibrant 6×4 ft print near your storefront is your best silent salesperson.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36976" y="841248"/>
            <a:ext cx="2798064" cy="1920240"/>
          </a:xfrm>
          <a:prstGeom prst="rect">
            <a:avLst/>
          </a:prstGeom>
          <a:solidFill>
            <a:srgbClr val="E8F2E8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236976" y="841248"/>
            <a:ext cx="91440" cy="1920240"/>
          </a:xfrm>
          <a:prstGeom prst="rect">
            <a:avLst/>
          </a:prstGeom>
          <a:solidFill>
            <a:srgbClr val="5B8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419856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419856" y="144475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Healthcare &amp; Clinics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19856" y="1828800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doctors, specialities, and health camps on walls near hospitals, clinics, pharmacies, and busy residential lanes.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841248"/>
            <a:ext cx="2798064" cy="1920240"/>
          </a:xfrm>
          <a:prstGeom prst="rect">
            <a:avLst/>
          </a:prstGeom>
          <a:solidFill>
            <a:srgbClr val="FEF4E2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217920" y="841248"/>
            <a:ext cx="91440" cy="192024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00800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00800" y="144475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 &amp; Coaching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1828800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parents and students in key residential and school-zone walls during admission season with bold, informative wall prints.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56032" y="2907792"/>
            <a:ext cx="2798064" cy="1920240"/>
          </a:xfrm>
          <a:prstGeom prst="rect">
            <a:avLst/>
          </a:prstGeom>
          <a:solidFill>
            <a:srgbClr val="E2F4F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256032" y="2907792"/>
            <a:ext cx="91440" cy="1920240"/>
          </a:xfrm>
          <a:prstGeom prst="rect">
            <a:avLst/>
          </a:prstGeom>
          <a:solidFill>
            <a:srgbClr val="2A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38912" y="30266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438912" y="351129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Estate &amp; Housing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8912" y="3895344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project highlights, QR codes, and developer branding on boundary walls near project sites and in target housing localities.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36976" y="2907792"/>
            <a:ext cx="2798064" cy="1920240"/>
          </a:xfrm>
          <a:prstGeom prst="rect">
            <a:avLst/>
          </a:prstGeom>
          <a:solidFill>
            <a:srgbClr val="FAE8E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3236976" y="2907792"/>
            <a:ext cx="91440" cy="1920240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3419856" y="30266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🍽️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3419856" y="351129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Restaurants &amp; Food Brands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419856" y="3895344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your brand, menu highlights, and delivery numbers in front of hungry eyes near busy streets, markets, and residential areas.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17920" y="2907792"/>
            <a:ext cx="2798064" cy="1920240"/>
          </a:xfrm>
          <a:prstGeom prst="rect">
            <a:avLst/>
          </a:prstGeom>
          <a:solidFill>
            <a:srgbClr val="E8F2E8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6217920" y="2907792"/>
            <a:ext cx="91440" cy="1920240"/>
          </a:xfrm>
          <a:prstGeom prst="rect">
            <a:avLst/>
          </a:prstGeom>
          <a:solidFill>
            <a:srgbClr val="5B8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400800" y="30266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🎉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6400800" y="351129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 &amp; Brand Launches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0" y="3895344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pre-event buzz with large wall prints near event venues, busy intersections, and high-footfall zones to maximise walk-in attendance.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E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— FROM BRIEF TO WALL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859536"/>
            <a:ext cx="1572768" cy="3840480"/>
          </a:xfrm>
          <a:prstGeom prst="rect">
            <a:avLst/>
          </a:prstGeom>
          <a:solidFill>
            <a:srgbClr val="FAE8E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4320" y="859536"/>
            <a:ext cx="1572768" cy="82296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04672" y="978408"/>
            <a:ext cx="512064" cy="512064"/>
          </a:xfrm>
          <a:prstGeom prst="ellipse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04672" y="978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5760" y="1627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Brief &amp; Objectives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5760" y="2340864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brand goals, target localities, key message, and creative assets with the Mithrah.Me team.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847088" y="2560320"/>
            <a:ext cx="164592" cy="91440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011680" y="859536"/>
            <a:ext cx="1572768" cy="3840480"/>
          </a:xfrm>
          <a:prstGeom prst="rect">
            <a:avLst/>
          </a:prstGeom>
          <a:solidFill>
            <a:srgbClr val="E8F2E8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011680" y="859536"/>
            <a:ext cx="1572768" cy="82296"/>
          </a:xfrm>
          <a:prstGeom prst="rect">
            <a:avLst/>
          </a:prstGeom>
          <a:solidFill>
            <a:srgbClr val="5B8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542032" y="978408"/>
            <a:ext cx="512064" cy="512064"/>
          </a:xfrm>
          <a:prstGeom prst="ellipse">
            <a:avLst/>
          </a:prstGeom>
          <a:solidFill>
            <a:srgbClr val="5B8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542032" y="978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103120" y="1627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Wall Identification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103120" y="2340864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scout and shortlist ideal wall locations in your target zones — high-footfall, high-visibility surfaces.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584448" y="2560320"/>
            <a:ext cx="164592" cy="91440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3749040" y="859536"/>
            <a:ext cx="1572768" cy="3840480"/>
          </a:xfrm>
          <a:prstGeom prst="rect">
            <a:avLst/>
          </a:prstGeom>
          <a:solidFill>
            <a:srgbClr val="FEF4E2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3749040" y="859536"/>
            <a:ext cx="1572768" cy="8229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279392" y="978408"/>
            <a:ext cx="512064" cy="512064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279392" y="978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840480" y="1627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&amp; Approval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840480" y="2340864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designers create a stunning 6×4 ft layout. You review, refine, and approve before a single print is made.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321808" y="2560320"/>
            <a:ext cx="164592" cy="91440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5486400" y="859536"/>
            <a:ext cx="1572768" cy="3840480"/>
          </a:xfrm>
          <a:prstGeom prst="rect">
            <a:avLst/>
          </a:prstGeom>
          <a:solidFill>
            <a:srgbClr val="E2F4F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5486400" y="859536"/>
            <a:ext cx="1572768" cy="82296"/>
          </a:xfrm>
          <a:prstGeom prst="rect">
            <a:avLst/>
          </a:prstGeom>
          <a:solidFill>
            <a:srgbClr val="2A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6016752" y="978408"/>
            <a:ext cx="512064" cy="512064"/>
          </a:xfrm>
          <a:prstGeom prst="ellipse">
            <a:avLst/>
          </a:prstGeom>
          <a:solidFill>
            <a:srgbClr val="2A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016752" y="978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577840" y="1627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Printing &amp; Lamination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577840" y="2340864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high-res outdoor printers with UV or solvent inks and protective lamination for maximum durability.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7059168" y="2560320"/>
            <a:ext cx="164592" cy="91440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7223760" y="859536"/>
            <a:ext cx="1572768" cy="3840480"/>
          </a:xfrm>
          <a:prstGeom prst="rect">
            <a:avLst/>
          </a:prstGeom>
          <a:solidFill>
            <a:srgbClr val="FAE8E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7223760" y="859536"/>
            <a:ext cx="1572768" cy="82296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7754112" y="978408"/>
            <a:ext cx="512064" cy="512064"/>
          </a:xfrm>
          <a:prstGeom prst="ellipse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7754112" y="978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7315200" y="1627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Installation &amp; Report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7315200" y="2340864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are installed professionally; you receive photographic proof with location tags and reach estimates.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E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280160"/>
            <a:ext cx="6400800" cy="6400800"/>
          </a:xfrm>
          <a:prstGeom prst="ellipse">
            <a:avLst/>
          </a:prstGeom>
          <a:solidFill>
            <a:srgbClr val="2A3D2A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0" y="548640"/>
            <a:ext cx="3474720" cy="3474720"/>
          </a:xfrm>
          <a:prstGeom prst="ellipse">
            <a:avLst/>
          </a:prstGeom>
          <a:solidFill>
            <a:srgbClr val="C0614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303520" y="2560320"/>
            <a:ext cx="1828800" cy="1828800"/>
          </a:xfrm>
          <a:prstGeom prst="ellipse">
            <a:avLst/>
          </a:prstGeom>
          <a:solidFill>
            <a:srgbClr val="E8A83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82880"/>
            <a:ext cx="1353312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2336" y="1042416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Make Every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02336" y="1627632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200" dirty="0">
                <a:solidFill>
                  <a:srgbClr val="C06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WALL YOUR BILLBOARD?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02336" y="2450592"/>
            <a:ext cx="6858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Mithrah.Me turn neighbourhood walls into powerful brand canvases.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prints. Smart locations. Lasting impressions.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02336" y="3236976"/>
            <a:ext cx="6035040" cy="1627632"/>
          </a:xfrm>
          <a:prstGeom prst="rect">
            <a:avLst/>
          </a:prstGeom>
          <a:solidFill>
            <a:srgbClr val="141E14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02336" y="3236976"/>
            <a:ext cx="6035040" cy="82296"/>
          </a:xfrm>
          <a:prstGeom prst="rect">
            <a:avLst/>
          </a:prstGeom>
          <a:solidFill>
            <a:srgbClr val="C0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85216" y="34015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+91 87 9245 9245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602736" y="34015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mithrah.me@gmail.com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85216" y="40050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www.mithrah.me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602736" y="40050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94, 4th Main Chandra Layout, Bangalore – 560086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0" y="4700016"/>
            <a:ext cx="9144000" cy="438912"/>
          </a:xfrm>
          <a:prstGeom prst="rect">
            <a:avLst/>
          </a:prstGeom>
          <a:solidFill>
            <a:srgbClr val="141E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74320" y="47274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 Printing  •  LED Van Marketing  •  Transit Media  •  Drone Marketing  •  WhatsApp  •  OBD  •  SMS  |  Mithrah.Me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1532</Words>
  <Application>Microsoft Office PowerPoint</Application>
  <PresentationFormat>On-screen Show (16:9)</PresentationFormat>
  <Paragraphs>216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Wall Printing – Mithrah.Me</dc:title>
  <dc:subject>PptxGenJS Presentation</dc:subject>
  <dc:creator>PptxGenJS</dc:creator>
  <cp:lastModifiedBy>mysore ads</cp:lastModifiedBy>
  <cp:revision>2</cp:revision>
  <dcterms:created xsi:type="dcterms:W3CDTF">2026-03-07T12:18:29Z</dcterms:created>
  <dcterms:modified xsi:type="dcterms:W3CDTF">2026-03-07T12:29:19Z</dcterms:modified>
</cp:coreProperties>
</file>