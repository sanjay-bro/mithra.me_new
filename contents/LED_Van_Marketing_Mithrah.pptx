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386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1463040"/>
            <a:ext cx="6400800" cy="6400800"/>
          </a:xfrm>
          <a:prstGeom prst="ellipse">
            <a:avLst/>
          </a:prstGeom>
          <a:solidFill>
            <a:srgbClr val="243547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457200"/>
            <a:ext cx="3291840" cy="3291840"/>
          </a:xfrm>
          <a:prstGeom prst="ellipse">
            <a:avLst/>
          </a:prstGeom>
          <a:solidFill>
            <a:srgbClr val="E07B3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0" y="2103120"/>
            <a:ext cx="1828800" cy="1828800"/>
          </a:xfrm>
          <a:prstGeom prst="ellipse">
            <a:avLst/>
          </a:prstGeom>
          <a:solidFill>
            <a:srgbClr val="F4C030">
              <a:alpha val="1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C03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1168"/>
            <a:ext cx="1371600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2336" y="1097280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LED VAN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402336" y="18836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600" dirty="0">
                <a:solidFill>
                  <a:srgbClr val="F4C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402336" y="28163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on the Move — Street by Street, Morning to Evening.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02336" y="33101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6×8 ft Tata Ace  •  12×8 ft Canter Van  •  25–50 km Daily  •  Full-Day Coverage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31F2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4681728"/>
            <a:ext cx="950976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26464" y="47274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LED VAN MARKETING?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92608" y="859536"/>
            <a:ext cx="4297680" cy="3840480"/>
          </a:xfrm>
          <a:prstGeom prst="rect">
            <a:avLst/>
          </a:prstGeom>
          <a:solidFill>
            <a:srgbClr val="FEF0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92608" y="859536"/>
            <a:ext cx="4297680" cy="82296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38912" y="978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🚐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188720" y="100584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Moving Billboard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Comes to You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39867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Van Marketing is a powerful mobile Out-of-Home (OOH) format where large, high-brightness LED screens are mounted on vans and driven through targeted routes — carrying your brand directly to your audience.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static hoarding that waits for people to pass by, an LED van actively travels to residential zones, markets, busy streets, and commercial hubs — ensuring your message is seen by thousands of real people throughout the day.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28032" y="859536"/>
            <a:ext cx="4005072" cy="1170432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28032" y="859536"/>
            <a:ext cx="91440" cy="1170432"/>
          </a:xfrm>
          <a:prstGeom prst="rect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974336" y="9509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559552" y="95097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Van Sizes Available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59552" y="138988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6×8 ft Tata Ace is perfect for narrow lanes and local zones; the 12×8 ft Canter handles highways, main roads, and mass events.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28032" y="2157984"/>
            <a:ext cx="4005072" cy="1170432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828032" y="2157984"/>
            <a:ext cx="91440" cy="1170432"/>
          </a:xfrm>
          <a:prstGeom prst="rect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974336" y="2249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🛣️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559552" y="224942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25–50 km Daily Coverage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59552" y="268833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van covers 25 to 50 kilometres each day, from sunrise to sunset, moving through multiple localities in one campaign.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28032" y="3456432"/>
            <a:ext cx="4005072" cy="1170432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828032" y="3456432"/>
            <a:ext cx="91440" cy="1170432"/>
          </a:xfrm>
          <a:prstGeom prst="rect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974336" y="3547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☀️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559552" y="35478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Full-Day Visibility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559552" y="398678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morning to evening means maximum daylight exposure — your brand is seen during peak commute and shopping hours.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TWO LED VAN OPTIONS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41248"/>
            <a:ext cx="4206240" cy="3858768"/>
          </a:xfrm>
          <a:prstGeom prst="rect">
            <a:avLst/>
          </a:prstGeom>
          <a:solidFill>
            <a:srgbClr val="FEF0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841248"/>
            <a:ext cx="4206240" cy="566928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84048" y="868680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🚐  TATA ACE  —  LED Van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2336" y="1572768"/>
            <a:ext cx="1901952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93776" y="1636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Screen Size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93776" y="19385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ft × 8 ft LED Display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32304" y="1572768"/>
            <a:ext cx="1901952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523744" y="1636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Display Type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523744" y="19385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High-Brightness Outdoor LED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02336" y="2560320"/>
            <a:ext cx="1901952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3776" y="2624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🏙️ Best For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3776" y="2926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lanes, local markets, residential areas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432304" y="2560320"/>
            <a:ext cx="1901952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523744" y="2624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🛣️ Daily Range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523744" y="2926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50 km per day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02336" y="3547872"/>
            <a:ext cx="1901952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93776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🕐 Operating Hours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3776" y="3913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to Evening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432304" y="3547872"/>
            <a:ext cx="1901952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523744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Target Strength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523744" y="3913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neighbourhood-level reach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63440" y="841248"/>
            <a:ext cx="4206240" cy="3858768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4663440" y="841248"/>
            <a:ext cx="4206240" cy="566928"/>
          </a:xfrm>
          <a:prstGeom prst="rect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773168" y="868680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🚛  CANTER VAN  —  LED Van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791456" y="1572768"/>
            <a:ext cx="1901952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882896" y="1636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Screen Size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882896" y="19385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ft × 8 ft LED Display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821424" y="1572768"/>
            <a:ext cx="1901952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912864" y="1636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Display Type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912864" y="19385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Ultra-Bright Wide-Format LED Panel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791456" y="2560320"/>
            <a:ext cx="1901952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882896" y="2624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🏟️ Best For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882896" y="2926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roads, events, commercial &amp; highway zones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821424" y="2560320"/>
            <a:ext cx="1901952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6912864" y="2624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🛣️ Daily Range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912864" y="2926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50 km per day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791456" y="3547872"/>
            <a:ext cx="1901952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4882896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🕐 Operating Hours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882896" y="3913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to Evening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821424" y="3547872"/>
            <a:ext cx="1901952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6912864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Target Strength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912864" y="3913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mass audience targeting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279392" y="2377440"/>
            <a:ext cx="585216" cy="585216"/>
          </a:xfrm>
          <a:prstGeom prst="ellipse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427939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SPECIFICATIONS AT A GLANCE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77824"/>
            <a:ext cx="1993392" cy="1426464"/>
          </a:xfrm>
          <a:prstGeom prst="rect">
            <a:avLst/>
          </a:prstGeom>
          <a:solidFill>
            <a:srgbClr val="FEF0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877824"/>
            <a:ext cx="1993392" cy="73152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74320" y="1005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6×8 ft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74320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Ace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Size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50592" y="877824"/>
            <a:ext cx="1993392" cy="1426464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450592" y="877824"/>
            <a:ext cx="1993392" cy="73152"/>
          </a:xfrm>
          <a:prstGeom prst="rect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450592" y="1005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12×8 ft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450592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Canter Van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Size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26864" y="877824"/>
            <a:ext cx="1993392" cy="1426464"/>
          </a:xfrm>
          <a:prstGeom prst="rect">
            <a:avLst/>
          </a:prstGeom>
          <a:solidFill>
            <a:srgbClr val="FEF8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626864" y="877824"/>
            <a:ext cx="1993392" cy="73152"/>
          </a:xfrm>
          <a:prstGeom prst="rect">
            <a:avLst/>
          </a:prstGeom>
          <a:solidFill>
            <a:srgbClr val="F4C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626864" y="1005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C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25–50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626864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Kilometres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Per Day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03136" y="877824"/>
            <a:ext cx="1993392" cy="1426464"/>
          </a:xfrm>
          <a:prstGeom prst="rect">
            <a:avLst/>
          </a:prstGeom>
          <a:solidFill>
            <a:srgbClr val="E4F7F3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803136" y="877824"/>
            <a:ext cx="1993392" cy="73152"/>
          </a:xfrm>
          <a:prstGeom prst="rect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803136" y="1005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Day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803136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Operation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4320" y="2450592"/>
            <a:ext cx="4206240" cy="1188720"/>
          </a:xfrm>
          <a:prstGeom prst="rect">
            <a:avLst/>
          </a:prstGeom>
          <a:solidFill>
            <a:srgbClr val="FEF0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74320" y="2450592"/>
            <a:ext cx="91440" cy="118872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57200" y="25694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🔆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22960" y="262432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High-Brightness Outdoor LED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3185229"/>
            <a:ext cx="3913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Commercial-grade panels with high-nit ratings remain clearly visible in direct sunlight, ensuring crisp content from morning to evening.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36592" y="2450592"/>
            <a:ext cx="4206240" cy="1188720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4736592" y="2450592"/>
            <a:ext cx="91440" cy="1188720"/>
          </a:xfrm>
          <a:prstGeom prst="rect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919472" y="25694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341004" y="2627765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Route-Targeted Campaigns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274320" y="3767328"/>
            <a:ext cx="4206240" cy="1188720"/>
          </a:xfrm>
          <a:prstGeom prst="rect">
            <a:avLst/>
          </a:prstGeom>
          <a:solidFill>
            <a:srgbClr val="E4F7F3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274320" y="3767328"/>
            <a:ext cx="91440" cy="1188720"/>
          </a:xfrm>
          <a:prstGeom prst="rect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57200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14400" y="3926927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+ Visual Capability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" y="4540875"/>
            <a:ext cx="3913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vans can carry PA systems for jingles, voice announcements, and call-to-action audio — a complete sensory brand experience.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736592" y="3767328"/>
            <a:ext cx="4206240" cy="1188720"/>
          </a:xfrm>
          <a:prstGeom prst="rect">
            <a:avLst/>
          </a:prstGeom>
          <a:solidFill>
            <a:srgbClr val="FEF8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4736592" y="3767328"/>
            <a:ext cx="91440" cy="1188720"/>
          </a:xfrm>
          <a:prstGeom prst="rect">
            <a:avLst/>
          </a:prstGeom>
          <a:solidFill>
            <a:srgbClr val="F4C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4919472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5352937" y="393192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Content in Real Time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919472" y="4560330"/>
            <a:ext cx="3913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Videos, animations, offers, QR codes, countdowns — all updatable remotely without stopping the van or reprinting anything.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268541-6E9D-F086-41AB-D52F9EB3333F}"/>
              </a:ext>
            </a:extLst>
          </p:cNvPr>
          <p:cNvSpPr txBox="1"/>
          <p:nvPr/>
        </p:nvSpPr>
        <p:spPr>
          <a:xfrm>
            <a:off x="5000017" y="3044952"/>
            <a:ext cx="3540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are mapped through specific pin codes, markets, schools, hospitals, and residential zones for maximum relevant exposure.</a:t>
            </a:r>
            <a:endParaRPr lang="en-US" sz="1050" dirty="0"/>
          </a:p>
          <a:p>
            <a:endParaRPr lang="en-IN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LED VAN MARKETING?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your audience doesn't always come to you — your brand goes to them.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56032" y="1243584"/>
            <a:ext cx="2798064" cy="1700784"/>
          </a:xfrm>
          <a:prstGeom prst="rect">
            <a:avLst/>
          </a:prstGeom>
          <a:solidFill>
            <a:srgbClr val="FEF0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1243584"/>
            <a:ext cx="91440" cy="1700784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38912" y="1362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38912" y="18470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&amp; Unstoppable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2231136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25–50 km every day, your campaign travels through localities, lanes, and landmarks that no static medium can ever touch.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36976" y="1243584"/>
            <a:ext cx="2798064" cy="1700784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36976" y="1243584"/>
            <a:ext cx="91440" cy="1700784"/>
          </a:xfrm>
          <a:prstGeom prst="rect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419856" y="1362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419856" y="18470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Giant Screen Impact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19856" y="2231136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12×8 ft or 6×8 ft LED screen on a moving vehicle is impossible to miss — far more commanding than a poster, flyer, or wall painting.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1243584"/>
            <a:ext cx="2798064" cy="1700784"/>
          </a:xfrm>
          <a:prstGeom prst="rect">
            <a:avLst/>
          </a:prstGeom>
          <a:solidFill>
            <a:srgbClr val="E4F7F3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217920" y="1243584"/>
            <a:ext cx="91440" cy="1700784"/>
          </a:xfrm>
          <a:prstGeom prst="rect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400800" y="1362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00800" y="18470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Hyper-Local Precision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2231136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campaigns through chosen pin codes, near competitor outlets, or specific residential complexes — true street-level advertising.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56032" y="3090672"/>
            <a:ext cx="2798064" cy="1700784"/>
          </a:xfrm>
          <a:prstGeom prst="rect">
            <a:avLst/>
          </a:prstGeom>
          <a:solidFill>
            <a:srgbClr val="FEF8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56032" y="3090672"/>
            <a:ext cx="91440" cy="1700784"/>
          </a:xfrm>
          <a:prstGeom prst="rect">
            <a:avLst/>
          </a:prstGeom>
          <a:solidFill>
            <a:srgbClr val="F4C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38912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🌆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38912" y="369417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Peak-Hour Exposure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38912" y="4078224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routes during morning rush, midday shopping, and evening commute hours for the highest audience density and engagement.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36976" y="3090672"/>
            <a:ext cx="2798064" cy="1700784"/>
          </a:xfrm>
          <a:prstGeom prst="rect">
            <a:avLst/>
          </a:prstGeom>
          <a:solidFill>
            <a:srgbClr val="FEF0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3236976" y="3090672"/>
            <a:ext cx="91440" cy="1700784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419856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419856" y="369417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Cost-Effective Mass Reach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419856" y="4078224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brand impressions per hour at a fraction of the cost of TV or large OOH — exceptional ROI for every rupee spent.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17920" y="3090672"/>
            <a:ext cx="2798064" cy="1700784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6217920" y="3090672"/>
            <a:ext cx="91440" cy="1700784"/>
          </a:xfrm>
          <a:prstGeom prst="rect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400800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400800" y="369417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+ Visual Engagement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400800" y="4078224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vivid LED visuals with brand jingles and voice-overs to create a multi-sensory experience that drives instant recall.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ADVANTAGES OF LED VAN MARKETING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859536"/>
            <a:ext cx="4206240" cy="1325880"/>
          </a:xfrm>
          <a:prstGeom prst="rect">
            <a:avLst/>
          </a:prstGeom>
          <a:solidFill>
            <a:srgbClr val="FEF0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20624" y="1024128"/>
            <a:ext cx="475488" cy="475488"/>
          </a:xfrm>
          <a:prstGeom prst="ellipse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20624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3272" y="10149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360° Street-Level Reach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3272" y="142646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through residential areas, main roads, and markets daily — reaching audiences that hoardings and digital ads simply cannot.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18304" y="859536"/>
            <a:ext cx="4206240" cy="1325880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82896" y="1024128"/>
            <a:ext cx="475488" cy="475488"/>
          </a:xfrm>
          <a:prstGeom prst="ellipse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882896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95544" y="10149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Repeated Daily Impressions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95544" y="142646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 km every day means the same localities see your brand multiple times, building recall and top-of-mind awareness consistently.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6032" y="2304288"/>
            <a:ext cx="4206240" cy="1325880"/>
          </a:xfrm>
          <a:prstGeom prst="rect">
            <a:avLst/>
          </a:prstGeom>
          <a:solidFill>
            <a:srgbClr val="E4F7F3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20624" y="2468880"/>
            <a:ext cx="475488" cy="475488"/>
          </a:xfrm>
          <a:prstGeom prst="ellipse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20624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33272" y="24597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Content Updates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3272" y="2871216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creative, offer, or message digitally in real time — no reprinting, no delays, and no extra production cost.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18304" y="2304288"/>
            <a:ext cx="4206240" cy="1325880"/>
          </a:xfrm>
          <a:prstGeom prst="rect">
            <a:avLst/>
          </a:prstGeom>
          <a:solidFill>
            <a:srgbClr val="FEF8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882896" y="2468880"/>
            <a:ext cx="475488" cy="475488"/>
          </a:xfrm>
          <a:prstGeom prst="ellipse">
            <a:avLst/>
          </a:prstGeom>
          <a:solidFill>
            <a:srgbClr val="F4C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882896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95544" y="24597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Competitor Clutter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95544" y="2871216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 your LED van is the only screen in sight. Unlike static sites, there is no visual competition anywhere around it.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56032" y="3749040"/>
            <a:ext cx="4206240" cy="1325880"/>
          </a:xfrm>
          <a:prstGeom prst="rect">
            <a:avLst/>
          </a:prstGeom>
          <a:solidFill>
            <a:srgbClr val="FEF0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20624" y="3913632"/>
            <a:ext cx="475488" cy="475488"/>
          </a:xfrm>
          <a:prstGeom prst="ellipse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20624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33272" y="39044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Customisable Routes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33272" y="431596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specific pin codes, schools, hospitals, malls, temples, or residential complexes with a precision route strategy.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18304" y="3749040"/>
            <a:ext cx="4206240" cy="1325880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882896" y="3913632"/>
            <a:ext cx="475488" cy="475488"/>
          </a:xfrm>
          <a:prstGeom prst="ellipse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882896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495544" y="39044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Brand Positioning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95544" y="431596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LED van signals investment and quality — elevating your brand image and building consumer trust in every locality it visits.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LED VAN vs OTHER ADVERTISING FORMATS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" y="804672"/>
            <a:ext cx="2176272" cy="475488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720" y="80467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67712" y="804672"/>
            <a:ext cx="1828800" cy="475488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267712" y="804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🚐 LED Van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42232" y="804672"/>
            <a:ext cx="1719072" cy="475488"/>
          </a:xfrm>
          <a:prstGeom prst="rect">
            <a:avLst/>
          </a:prstGeom>
          <a:solidFill>
            <a:srgbClr val="5D7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142232" y="8046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Hoarding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07024" y="804672"/>
            <a:ext cx="1719072" cy="475488"/>
          </a:xfrm>
          <a:prstGeom prst="rect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907024" y="8046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Social Media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71816" y="804672"/>
            <a:ext cx="1609344" cy="475488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671816" y="8046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📰 Print / Flyer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" y="1316736"/>
            <a:ext cx="2176272" cy="484632"/>
          </a:xfrm>
          <a:prstGeom prst="rect">
            <a:avLst/>
          </a:prstGeom>
          <a:solidFill>
            <a:srgbClr val="FEF0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18872" y="131673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67712" y="1316736"/>
            <a:ext cx="1828800" cy="484632"/>
          </a:xfrm>
          <a:prstGeom prst="rect">
            <a:avLst/>
          </a:prstGeom>
          <a:solidFill>
            <a:srgbClr val="FEF0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340864" y="131673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city-wide daily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142232" y="1316736"/>
            <a:ext cx="1719072" cy="484632"/>
          </a:xfrm>
          <a:prstGeom prst="rect">
            <a:avLst/>
          </a:prstGeom>
          <a:solidFill>
            <a:srgbClr val="FEF0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215384" y="131673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forever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07024" y="1316736"/>
            <a:ext cx="1719072" cy="484632"/>
          </a:xfrm>
          <a:prstGeom prst="rect">
            <a:avLst/>
          </a:prstGeom>
          <a:solidFill>
            <a:srgbClr val="FEF0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980176" y="131673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reach only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671816" y="1316736"/>
            <a:ext cx="1609344" cy="484632"/>
          </a:xfrm>
          <a:prstGeom prst="rect">
            <a:avLst/>
          </a:prstGeom>
          <a:solidFill>
            <a:srgbClr val="FEF0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744968" y="131673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Delivery-limited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" y="1819656"/>
            <a:ext cx="21762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18872" y="181965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Size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267712" y="1819656"/>
            <a:ext cx="182880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340864" y="181965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12×8 ft LED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42232" y="181965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215384" y="181965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Billboard (fixed)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07024" y="181965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980176" y="181965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screen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671816" y="1819656"/>
            <a:ext cx="1609344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7744968" y="181965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A3/A4 max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" y="2322576"/>
            <a:ext cx="2176272" cy="484632"/>
          </a:xfrm>
          <a:prstGeom prst="rect">
            <a:avLst/>
          </a:prstGeom>
          <a:solidFill>
            <a:srgbClr val="E6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118872" y="232257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Coverage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267712" y="2322576"/>
            <a:ext cx="1828800" cy="484632"/>
          </a:xfrm>
          <a:prstGeom prst="rect">
            <a:avLst/>
          </a:prstGeom>
          <a:solidFill>
            <a:srgbClr val="E6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2340864" y="232257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 km per day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142232" y="2322576"/>
            <a:ext cx="1719072" cy="484632"/>
          </a:xfrm>
          <a:prstGeom prst="rect">
            <a:avLst/>
          </a:prstGeom>
          <a:solidFill>
            <a:srgbClr val="E6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215384" y="232257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location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907024" y="2322576"/>
            <a:ext cx="1719072" cy="484632"/>
          </a:xfrm>
          <a:prstGeom prst="rect">
            <a:avLst/>
          </a:prstGeom>
          <a:solidFill>
            <a:srgbClr val="E6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980176" y="232257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Algorithm-based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671816" y="2322576"/>
            <a:ext cx="1609344" cy="484632"/>
          </a:xfrm>
          <a:prstGeom prst="rect">
            <a:avLst/>
          </a:prstGeom>
          <a:solidFill>
            <a:srgbClr val="E6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7744968" y="232257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only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" y="2825496"/>
            <a:ext cx="21762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118872" y="282549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Control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267712" y="2825496"/>
            <a:ext cx="182880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2340864" y="282549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Route-targeted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142232" y="282549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4215384" y="282549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Catchment-based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5907024" y="282549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5980176" y="282549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Interest-based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7671816" y="2825496"/>
            <a:ext cx="1609344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7744968" y="282549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45720" y="3328416"/>
            <a:ext cx="2176272" cy="484632"/>
          </a:xfrm>
          <a:prstGeom prst="rect">
            <a:avLst/>
          </a:prstGeom>
          <a:solidFill>
            <a:srgbClr val="FEF8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118872" y="332841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Recall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2267712" y="3328416"/>
            <a:ext cx="1828800" cy="484632"/>
          </a:xfrm>
          <a:prstGeom prst="rect">
            <a:avLst/>
          </a:prstGeom>
          <a:solidFill>
            <a:srgbClr val="FEF8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2340864" y="332841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(moving)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4142232" y="3328416"/>
            <a:ext cx="1719072" cy="484632"/>
          </a:xfrm>
          <a:prstGeom prst="rect">
            <a:avLst/>
          </a:prstGeom>
          <a:solidFill>
            <a:srgbClr val="FEF8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4215384" y="332841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5907024" y="3328416"/>
            <a:ext cx="1719072" cy="484632"/>
          </a:xfrm>
          <a:prstGeom prst="rect">
            <a:avLst/>
          </a:prstGeom>
          <a:solidFill>
            <a:srgbClr val="FEF8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5980176" y="332841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(scroll-past)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7671816" y="3328416"/>
            <a:ext cx="1609344" cy="484632"/>
          </a:xfrm>
          <a:prstGeom prst="rect">
            <a:avLst/>
          </a:prstGeom>
          <a:solidFill>
            <a:srgbClr val="FEF8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7744968" y="332841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45720" y="3831336"/>
            <a:ext cx="21762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3"/>
          <p:cNvSpPr/>
          <p:nvPr/>
        </p:nvSpPr>
        <p:spPr>
          <a:xfrm>
            <a:off x="118872" y="383133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Capable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2267712" y="3831336"/>
            <a:ext cx="182880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5"/>
          <p:cNvSpPr/>
          <p:nvPr/>
        </p:nvSpPr>
        <p:spPr>
          <a:xfrm>
            <a:off x="2340864" y="383133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Sound + LED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142232" y="383133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4215384" y="383133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5907024" y="383133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5980176" y="383133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Video sound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7671816" y="3831336"/>
            <a:ext cx="1609344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1"/>
          <p:cNvSpPr/>
          <p:nvPr/>
        </p:nvSpPr>
        <p:spPr>
          <a:xfrm>
            <a:off x="7744968" y="383133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45720" y="4334256"/>
            <a:ext cx="2176272" cy="484632"/>
          </a:xfrm>
          <a:prstGeom prst="rect">
            <a:avLst/>
          </a:prstGeom>
          <a:solidFill>
            <a:srgbClr val="E4F7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3"/>
          <p:cNvSpPr/>
          <p:nvPr/>
        </p:nvSpPr>
        <p:spPr>
          <a:xfrm>
            <a:off x="118872" y="433425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Reach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2267712" y="4334256"/>
            <a:ext cx="1828800" cy="484632"/>
          </a:xfrm>
          <a:prstGeom prst="rect">
            <a:avLst/>
          </a:prstGeom>
          <a:solidFill>
            <a:srgbClr val="E4F7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2340864" y="433425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ROI, mobile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4142232" y="4334256"/>
            <a:ext cx="1719072" cy="484632"/>
          </a:xfrm>
          <a:prstGeom prst="rect">
            <a:avLst/>
          </a:prstGeom>
          <a:solidFill>
            <a:srgbClr val="E4F7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7"/>
          <p:cNvSpPr/>
          <p:nvPr/>
        </p:nvSpPr>
        <p:spPr>
          <a:xfrm>
            <a:off x="4215384" y="433425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fixed cost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5907024" y="4334256"/>
            <a:ext cx="1719072" cy="484632"/>
          </a:xfrm>
          <a:prstGeom prst="rect">
            <a:avLst/>
          </a:prstGeom>
          <a:solidFill>
            <a:srgbClr val="E4F7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79"/>
          <p:cNvSpPr/>
          <p:nvPr/>
        </p:nvSpPr>
        <p:spPr>
          <a:xfrm>
            <a:off x="5980176" y="433425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widely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7671816" y="4334256"/>
            <a:ext cx="1609344" cy="484632"/>
          </a:xfrm>
          <a:prstGeom prst="rect">
            <a:avLst/>
          </a:prstGeom>
          <a:solidFill>
            <a:srgbClr val="E4F7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1"/>
          <p:cNvSpPr/>
          <p:nvPr/>
        </p:nvSpPr>
        <p:spPr>
          <a:xfrm>
            <a:off x="7744968" y="433425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total reach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IDEAL USE CASES &amp; INDUSTRIES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841248"/>
            <a:ext cx="2798064" cy="1920240"/>
          </a:xfrm>
          <a:prstGeom prst="rect">
            <a:avLst/>
          </a:prstGeom>
          <a:solidFill>
            <a:srgbClr val="FEF0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56032" y="841248"/>
            <a:ext cx="91440" cy="192024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38912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8912" y="1444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 &amp; Shop Launches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18288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footfall to new store openings, grand sales, and seasonal offers by routing vans through nearby residential and commercial zones.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36976" y="841248"/>
            <a:ext cx="2798064" cy="1920240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36976" y="841248"/>
            <a:ext cx="91440" cy="1920240"/>
          </a:xfrm>
          <a:prstGeom prst="rect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419856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419856" y="1444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 &amp; Hospitals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19856" y="18288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health camps, new departments, specialist doctors, and free check-up drives in targeted residential catchment areas.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841248"/>
            <a:ext cx="2798064" cy="1920240"/>
          </a:xfrm>
          <a:prstGeom prst="rect">
            <a:avLst/>
          </a:prstGeom>
          <a:solidFill>
            <a:srgbClr val="E4F7F3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217920" y="841248"/>
            <a:ext cx="91440" cy="1920240"/>
          </a:xfrm>
          <a:prstGeom prst="rect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80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00800" y="1444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 &amp; Institutes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18288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students and parents in specific zones during admission season — an LED van in the right street does more than any pamphlet.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56032" y="2907792"/>
            <a:ext cx="2798064" cy="1920240"/>
          </a:xfrm>
          <a:prstGeom prst="rect">
            <a:avLst/>
          </a:prstGeom>
          <a:solidFill>
            <a:srgbClr val="FEF8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256032" y="2907792"/>
            <a:ext cx="91440" cy="1920240"/>
          </a:xfrm>
          <a:prstGeom prst="rect">
            <a:avLst/>
          </a:prstGeom>
          <a:solidFill>
            <a:srgbClr val="F4C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38912" y="30266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38912" y="35112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Estate Projects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" y="3895344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properties with LED visuals and QR codes near project sites and in target affluent residential localities.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36976" y="2907792"/>
            <a:ext cx="2798064" cy="1920240"/>
          </a:xfrm>
          <a:prstGeom prst="rect">
            <a:avLst/>
          </a:prstGeom>
          <a:solidFill>
            <a:srgbClr val="FEF0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3236976" y="2907792"/>
            <a:ext cx="91440" cy="192024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3419856" y="30266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🎉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419856" y="35112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&amp; Festivals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419856" y="3895344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anticipation before concerts, exhibitions, temple festivals, or sporting events by routing the van through the target audience area.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17920" y="2907792"/>
            <a:ext cx="2798064" cy="1920240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6217920" y="2907792"/>
            <a:ext cx="91440" cy="1920240"/>
          </a:xfrm>
          <a:prstGeom prst="rect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00800" y="30266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6400800" y="35112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Food, Retail &amp; Franchise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0" y="3895344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new menu launches, delivery offers, and openings to hungry audiences in busy streets and food-loving neighbourhoods.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— CAMPAIGN PROCESS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59536"/>
            <a:ext cx="1572768" cy="3840480"/>
          </a:xfrm>
          <a:prstGeom prst="rect">
            <a:avLst/>
          </a:prstGeom>
          <a:solidFill>
            <a:srgbClr val="FEF0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859536"/>
            <a:ext cx="1572768" cy="82296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04672" y="978408"/>
            <a:ext cx="512064" cy="512064"/>
          </a:xfrm>
          <a:prstGeom prst="ellipse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0467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1627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 &amp; Objectives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2340864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brand goals, target zones, preferred timings, and creative vision with the Mithrah.Me planning team.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847088" y="2560320"/>
            <a:ext cx="164592" cy="9144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011680" y="859536"/>
            <a:ext cx="1572768" cy="3840480"/>
          </a:xfrm>
          <a:prstGeom prst="rect">
            <a:avLst/>
          </a:prstGeom>
          <a:solidFill>
            <a:srgbClr val="E6F3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011680" y="859536"/>
            <a:ext cx="1572768" cy="82296"/>
          </a:xfrm>
          <a:prstGeom prst="rect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542032" y="978408"/>
            <a:ext cx="512064" cy="512064"/>
          </a:xfrm>
          <a:prstGeom prst="ellipse">
            <a:avLst/>
          </a:prstGeom>
          <a:solidFill>
            <a:srgbClr val="2E7D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54203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103120" y="1627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Planning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103120" y="2340864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precision routes through your chosen pin codes, markets, and high-footfall areas for maximum daily coverage.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584448" y="2560320"/>
            <a:ext cx="164592" cy="9144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749040" y="859536"/>
            <a:ext cx="1572768" cy="3840480"/>
          </a:xfrm>
          <a:prstGeom prst="rect">
            <a:avLst/>
          </a:prstGeom>
          <a:solidFill>
            <a:srgbClr val="E4F7F3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749040" y="859536"/>
            <a:ext cx="1572768" cy="82296"/>
          </a:xfrm>
          <a:prstGeom prst="rect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279392" y="978408"/>
            <a:ext cx="512064" cy="512064"/>
          </a:xfrm>
          <a:prstGeom prst="ellipse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27939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840480" y="1627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Creation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840480" y="2340864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designers build LED-ready visuals, animations, and audio assets that bring your brand to life on the road.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321808" y="2560320"/>
            <a:ext cx="164592" cy="9144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5486400" y="859536"/>
            <a:ext cx="1572768" cy="3840480"/>
          </a:xfrm>
          <a:prstGeom prst="rect">
            <a:avLst/>
          </a:prstGeom>
          <a:solidFill>
            <a:srgbClr val="FEF8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486400" y="859536"/>
            <a:ext cx="1572768" cy="82296"/>
          </a:xfrm>
          <a:prstGeom prst="rect">
            <a:avLst/>
          </a:prstGeom>
          <a:solidFill>
            <a:srgbClr val="F4C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016752" y="978408"/>
            <a:ext cx="512064" cy="512064"/>
          </a:xfrm>
          <a:prstGeom prst="ellipse">
            <a:avLst/>
          </a:prstGeom>
          <a:solidFill>
            <a:srgbClr val="F4C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01675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577840" y="1627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Execution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577840" y="2340864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 roll out morning to evening covering 25–50 km daily through agreed routes with trained operators onboard.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059168" y="2560320"/>
            <a:ext cx="164592" cy="9144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7223760" y="859536"/>
            <a:ext cx="1572768" cy="3840480"/>
          </a:xfrm>
          <a:prstGeom prst="rect">
            <a:avLst/>
          </a:prstGeom>
          <a:solidFill>
            <a:srgbClr val="FEF0E4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7223760" y="859536"/>
            <a:ext cx="1572768" cy="82296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7754112" y="978408"/>
            <a:ext cx="512064" cy="512064"/>
          </a:xfrm>
          <a:prstGeom prst="ellipse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75411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315200" y="1627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Monitoring &amp; Report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7315200" y="2340864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 ensures route adherence; you receive a post-campaign report with coverage maps and reach data.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280160"/>
            <a:ext cx="6400800" cy="6400800"/>
          </a:xfrm>
          <a:prstGeom prst="ellipse">
            <a:avLst/>
          </a:prstGeom>
          <a:solidFill>
            <a:srgbClr val="243547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548640"/>
            <a:ext cx="3474720" cy="3474720"/>
          </a:xfrm>
          <a:prstGeom prst="ellipse">
            <a:avLst/>
          </a:prstGeom>
          <a:solidFill>
            <a:srgbClr val="E07B39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C03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82880"/>
            <a:ext cx="1353312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2336" y="104241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Put Your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02336" y="162763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4C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ON THE ROAD?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02336" y="2450592"/>
            <a:ext cx="6858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Mithrah.Me design a high-impact LED Van campaign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moves with your audience — street by street, day by day.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02336" y="3236976"/>
            <a:ext cx="6035040" cy="1627632"/>
          </a:xfrm>
          <a:prstGeom prst="rect">
            <a:avLst/>
          </a:prstGeom>
          <a:solidFill>
            <a:srgbClr val="131F2A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02336" y="3236976"/>
            <a:ext cx="6035040" cy="82296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85216" y="3401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+91 87 9245 9245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602736" y="3401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mithrah.me@gmail.com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85216" y="40050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www.mithrah.me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602736" y="40050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94, 4th Main Chandra Layout, Bangalore – 560086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0" y="4700016"/>
            <a:ext cx="9144000" cy="438912"/>
          </a:xfrm>
          <a:prstGeom prst="rect">
            <a:avLst/>
          </a:prstGeom>
          <a:solidFill>
            <a:srgbClr val="131F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74320" y="4727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Van Marketing  •  Transit Media  •  Drone Marketing  •  WhatsApp  •  OBD  •  SMS  •  PVR/INOX  |  Mithrah.Me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1504</Words>
  <Application>Microsoft Office PowerPoint</Application>
  <PresentationFormat>On-screen Show (16:9)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Van Marketing – Mithrah.Me</dc:title>
  <dc:subject>PptxGenJS Presentation</dc:subject>
  <dc:creator>PptxGenJS</dc:creator>
  <cp:lastModifiedBy>mysore ads</cp:lastModifiedBy>
  <cp:revision>2</cp:revision>
  <dcterms:created xsi:type="dcterms:W3CDTF">2026-03-07T11:57:31Z</dcterms:created>
  <dcterms:modified xsi:type="dcterms:W3CDTF">2026-03-07T12:13:41Z</dcterms:modified>
</cp:coreProperties>
</file>